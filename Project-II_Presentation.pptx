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96" r:id="rId1"/>
  </p:sldMasterIdLst>
  <p:notesMasterIdLst>
    <p:notesMasterId r:id="rId17"/>
  </p:notesMasterIdLst>
  <p:sldIdLst>
    <p:sldId id="262" r:id="rId2"/>
    <p:sldId id="274" r:id="rId3"/>
    <p:sldId id="275" r:id="rId4"/>
    <p:sldId id="276" r:id="rId5"/>
    <p:sldId id="277" r:id="rId6"/>
    <p:sldId id="278" r:id="rId7"/>
    <p:sldId id="287" r:id="rId8"/>
    <p:sldId id="279" r:id="rId9"/>
    <p:sldId id="288" r:id="rId10"/>
    <p:sldId id="281" r:id="rId11"/>
    <p:sldId id="282" r:id="rId12"/>
    <p:sldId id="283" r:id="rId13"/>
    <p:sldId id="285" r:id="rId14"/>
    <p:sldId id="286" r:id="rId15"/>
    <p:sldId id="266" r:id="rId16"/>
  </p:sldIdLst>
  <p:sldSz cx="12192000" cy="6858000"/>
  <p:notesSz cx="6858000" cy="9144000"/>
  <p:defaultTextStyle>
    <a:defPPr>
      <a:defRPr lang="en-US"/>
    </a:defPPr>
    <a:lvl1pPr algn="l" rtl="0" eaLnBrk="0" fontAlgn="base" hangingPunct="0">
      <a:spcBef>
        <a:spcPct val="0"/>
      </a:spcBef>
      <a:spcAft>
        <a:spcPct val="0"/>
      </a:spcAft>
      <a:defRPr kern="1200">
        <a:solidFill>
          <a:schemeClr val="tx1"/>
        </a:solidFill>
        <a:latin typeface="Calibri" pitchFamily="34" charset="0"/>
        <a:ea typeface="+mn-ea"/>
        <a:cs typeface="+mn-cs"/>
      </a:defRPr>
    </a:lvl1pPr>
    <a:lvl2pPr marL="457200" algn="l" rtl="0" eaLnBrk="0" fontAlgn="base" hangingPunct="0">
      <a:spcBef>
        <a:spcPct val="0"/>
      </a:spcBef>
      <a:spcAft>
        <a:spcPct val="0"/>
      </a:spcAft>
      <a:defRPr kern="1200">
        <a:solidFill>
          <a:schemeClr val="tx1"/>
        </a:solidFill>
        <a:latin typeface="Calibri" pitchFamily="34" charset="0"/>
        <a:ea typeface="+mn-ea"/>
        <a:cs typeface="+mn-cs"/>
      </a:defRPr>
    </a:lvl2pPr>
    <a:lvl3pPr marL="914400" algn="l" rtl="0" eaLnBrk="0" fontAlgn="base" hangingPunct="0">
      <a:spcBef>
        <a:spcPct val="0"/>
      </a:spcBef>
      <a:spcAft>
        <a:spcPct val="0"/>
      </a:spcAft>
      <a:defRPr kern="1200">
        <a:solidFill>
          <a:schemeClr val="tx1"/>
        </a:solidFill>
        <a:latin typeface="Calibri" pitchFamily="34" charset="0"/>
        <a:ea typeface="+mn-ea"/>
        <a:cs typeface="+mn-cs"/>
      </a:defRPr>
    </a:lvl3pPr>
    <a:lvl4pPr marL="1371600" algn="l" rtl="0" eaLnBrk="0" fontAlgn="base" hangingPunct="0">
      <a:spcBef>
        <a:spcPct val="0"/>
      </a:spcBef>
      <a:spcAft>
        <a:spcPct val="0"/>
      </a:spcAft>
      <a:defRPr kern="1200">
        <a:solidFill>
          <a:schemeClr val="tx1"/>
        </a:solidFill>
        <a:latin typeface="Calibri" pitchFamily="34" charset="0"/>
        <a:ea typeface="+mn-ea"/>
        <a:cs typeface="+mn-cs"/>
      </a:defRPr>
    </a:lvl4pPr>
    <a:lvl5pPr marL="1828800" algn="l" rtl="0" eaLnBrk="0" fontAlgn="base" hangingPunct="0">
      <a:spcBef>
        <a:spcPct val="0"/>
      </a:spcBef>
      <a:spcAft>
        <a:spcPct val="0"/>
      </a:spcAft>
      <a:defRPr kern="1200">
        <a:solidFill>
          <a:schemeClr val="tx1"/>
        </a:solidFill>
        <a:latin typeface="Calibri" pitchFamily="34" charset="0"/>
        <a:ea typeface="+mn-ea"/>
        <a:cs typeface="+mn-cs"/>
      </a:defRPr>
    </a:lvl5pPr>
    <a:lvl6pPr marL="2286000" algn="l" defTabSz="914400" rtl="0" eaLnBrk="1" latinLnBrk="0" hangingPunct="1">
      <a:defRPr kern="1200">
        <a:solidFill>
          <a:schemeClr val="tx1"/>
        </a:solidFill>
        <a:latin typeface="Calibri" pitchFamily="34" charset="0"/>
        <a:ea typeface="+mn-ea"/>
        <a:cs typeface="+mn-cs"/>
      </a:defRPr>
    </a:lvl6pPr>
    <a:lvl7pPr marL="2743200" algn="l" defTabSz="914400" rtl="0" eaLnBrk="1" latinLnBrk="0" hangingPunct="1">
      <a:defRPr kern="1200">
        <a:solidFill>
          <a:schemeClr val="tx1"/>
        </a:solidFill>
        <a:latin typeface="Calibri" pitchFamily="34" charset="0"/>
        <a:ea typeface="+mn-ea"/>
        <a:cs typeface="+mn-cs"/>
      </a:defRPr>
    </a:lvl7pPr>
    <a:lvl8pPr marL="3200400" algn="l" defTabSz="914400" rtl="0" eaLnBrk="1" latinLnBrk="0" hangingPunct="1">
      <a:defRPr kern="1200">
        <a:solidFill>
          <a:schemeClr val="tx1"/>
        </a:solidFill>
        <a:latin typeface="Calibri" pitchFamily="34" charset="0"/>
        <a:ea typeface="+mn-ea"/>
        <a:cs typeface="+mn-cs"/>
      </a:defRPr>
    </a:lvl8pPr>
    <a:lvl9pPr marL="3657600" algn="l" defTabSz="914400" rtl="0" eaLnBrk="1" latinLnBrk="0" hangingPunct="1">
      <a:defRPr kern="1200">
        <a:solidFill>
          <a:schemeClr val="tx1"/>
        </a:solidFill>
        <a:latin typeface="Calibri" pitchFamily="34" charset="0"/>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E3090"/>
    <a:srgbClr val="000099"/>
    <a:srgbClr val="2E2F98"/>
    <a:srgbClr val="C0D82C"/>
    <a:srgbClr val="FFFFFF"/>
    <a:srgbClr val="0000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15" autoAdjust="0"/>
    <p:restoredTop sz="94660"/>
  </p:normalViewPr>
  <p:slideViewPr>
    <p:cSldViewPr snapToGrid="0">
      <p:cViewPr varScale="1">
        <p:scale>
          <a:sx n="79" d="100"/>
          <a:sy n="79" d="100"/>
        </p:scale>
        <p:origin x="67" y="197"/>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IN"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668DC72-0701-4922-B9D1-CBFB540736DA}" type="datetimeFigureOut">
              <a:rPr lang="en-IN" smtClean="0"/>
              <a:t>03-05-2026</a:t>
            </a:fld>
            <a:endParaRPr lang="en-IN" dirty="0"/>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IN"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IN"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C433DB3-0243-45D5-87FD-27D2F51D2003}" type="slidenum">
              <a:rPr lang="en-IN" smtClean="0"/>
              <a:t>‹#›</a:t>
            </a:fld>
            <a:endParaRPr lang="en-IN" dirty="0"/>
          </a:p>
        </p:txBody>
      </p:sp>
    </p:spTree>
    <p:extLst>
      <p:ext uri="{BB962C8B-B14F-4D97-AF65-F5344CB8AC3E}">
        <p14:creationId xmlns:p14="http://schemas.microsoft.com/office/powerpoint/2010/main" val="10693645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7" name="Rectangle 6"/>
          <p:cNvSpPr/>
          <p:nvPr userDrawn="1"/>
        </p:nvSpPr>
        <p:spPr>
          <a:xfrm>
            <a:off x="1" y="0"/>
            <a:ext cx="12203372" cy="736270"/>
          </a:xfrm>
          <a:prstGeom prst="rect">
            <a:avLst/>
          </a:prstGeom>
          <a:gradFill>
            <a:gsLst>
              <a:gs pos="0">
                <a:srgbClr val="C0D82C"/>
              </a:gs>
              <a:gs pos="54000">
                <a:srgbClr val="00B0F0"/>
              </a:gs>
              <a:gs pos="100000">
                <a:schemeClr val="tx2">
                  <a:lumMod val="75000"/>
                </a:schemeClr>
              </a:gs>
              <a:gs pos="100000">
                <a:srgbClr val="2E2F98"/>
              </a:gs>
            </a:gsLst>
            <a:path path="circle">
              <a:fillToRect l="100000" t="10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dirty="0">
                <a:solidFill>
                  <a:prstClr val="white"/>
                </a:solidFill>
                <a:latin typeface="Franklin Gothic Demi" pitchFamily="34" charset="0"/>
              </a:rPr>
              <a:t>ACE INSTITUTE OF MANAEGMENT</a:t>
            </a:r>
          </a:p>
        </p:txBody>
      </p:sp>
      <p:pic>
        <p:nvPicPr>
          <p:cNvPr id="14" name="Picture 13">
            <a:extLst>
              <a:ext uri="{FF2B5EF4-FFF2-40B4-BE49-F238E27FC236}">
                <a16:creationId xmlns:a16="http://schemas.microsoft.com/office/drawing/2014/main" id="{B81D8F32-4B7E-234D-7608-8305F6F3046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271464" y="26634"/>
            <a:ext cx="1734705" cy="664253"/>
          </a:xfrm>
          <a:prstGeom prst="rect">
            <a:avLst/>
          </a:prstGeom>
        </p:spPr>
      </p:pic>
    </p:spTree>
    <p:extLst>
      <p:ext uri="{BB962C8B-B14F-4D97-AF65-F5344CB8AC3E}">
        <p14:creationId xmlns:p14="http://schemas.microsoft.com/office/powerpoint/2010/main" val="37778141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Slide">
    <p:spTree>
      <p:nvGrpSpPr>
        <p:cNvPr id="1" name=""/>
        <p:cNvGrpSpPr/>
        <p:nvPr/>
      </p:nvGrpSpPr>
      <p:grpSpPr>
        <a:xfrm>
          <a:off x="0" y="0"/>
          <a:ext cx="0" cy="0"/>
          <a:chOff x="0" y="0"/>
          <a:chExt cx="0" cy="0"/>
        </a:xfrm>
      </p:grpSpPr>
      <p:cxnSp>
        <p:nvCxnSpPr>
          <p:cNvPr id="8" name="Straight Connector 7"/>
          <p:cNvCxnSpPr/>
          <p:nvPr userDrawn="1"/>
        </p:nvCxnSpPr>
        <p:spPr>
          <a:xfrm>
            <a:off x="0" y="1102360"/>
            <a:ext cx="12192000"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userDrawn="1"/>
        </p:nvCxnSpPr>
        <p:spPr>
          <a:xfrm>
            <a:off x="0" y="6806436"/>
            <a:ext cx="12192000" cy="0"/>
          </a:xfrm>
          <a:prstGeom prst="line">
            <a:avLst/>
          </a:prstGeom>
          <a:ln w="2222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Slide Number Placeholder 5"/>
          <p:cNvSpPr txBox="1">
            <a:spLocks/>
          </p:cNvSpPr>
          <p:nvPr userDrawn="1"/>
        </p:nvSpPr>
        <p:spPr>
          <a:xfrm>
            <a:off x="11176001" y="6607628"/>
            <a:ext cx="1016000" cy="198808"/>
          </a:xfrm>
          <a:prstGeom prst="rect">
            <a:avLst/>
          </a:prstGeom>
        </p:spPr>
        <p:txBody>
          <a:bodyPr/>
          <a:lstStyle>
            <a:defPPr>
              <a:defRPr lang="en-US"/>
            </a:defPPr>
            <a:lvl1pPr algn="l" rtl="0" eaLnBrk="0" fontAlgn="base" hangingPunct="0">
              <a:spcBef>
                <a:spcPct val="0"/>
              </a:spcBef>
              <a:spcAft>
                <a:spcPct val="0"/>
              </a:spcAft>
              <a:defRPr sz="1400" b="1" kern="1200">
                <a:solidFill>
                  <a:schemeClr val="bg1"/>
                </a:solidFill>
                <a:latin typeface="Calibri" pitchFamily="34" charset="0"/>
                <a:ea typeface="+mn-ea"/>
                <a:cs typeface="+mn-cs"/>
              </a:defRPr>
            </a:lvl1pPr>
            <a:lvl2pPr marL="457200" algn="l" rtl="0" eaLnBrk="0" fontAlgn="base" hangingPunct="0">
              <a:spcBef>
                <a:spcPct val="0"/>
              </a:spcBef>
              <a:spcAft>
                <a:spcPct val="0"/>
              </a:spcAft>
              <a:defRPr kern="1200">
                <a:solidFill>
                  <a:schemeClr val="tx1"/>
                </a:solidFill>
                <a:latin typeface="Calibri" pitchFamily="34" charset="0"/>
                <a:ea typeface="+mn-ea"/>
                <a:cs typeface="+mn-cs"/>
              </a:defRPr>
            </a:lvl2pPr>
            <a:lvl3pPr marL="914400" algn="l" rtl="0" eaLnBrk="0" fontAlgn="base" hangingPunct="0">
              <a:spcBef>
                <a:spcPct val="0"/>
              </a:spcBef>
              <a:spcAft>
                <a:spcPct val="0"/>
              </a:spcAft>
              <a:defRPr kern="1200">
                <a:solidFill>
                  <a:schemeClr val="tx1"/>
                </a:solidFill>
                <a:latin typeface="Calibri" pitchFamily="34" charset="0"/>
                <a:ea typeface="+mn-ea"/>
                <a:cs typeface="+mn-cs"/>
              </a:defRPr>
            </a:lvl3pPr>
            <a:lvl4pPr marL="1371600" algn="l" rtl="0" eaLnBrk="0" fontAlgn="base" hangingPunct="0">
              <a:spcBef>
                <a:spcPct val="0"/>
              </a:spcBef>
              <a:spcAft>
                <a:spcPct val="0"/>
              </a:spcAft>
              <a:defRPr kern="1200">
                <a:solidFill>
                  <a:schemeClr val="tx1"/>
                </a:solidFill>
                <a:latin typeface="Calibri" pitchFamily="34" charset="0"/>
                <a:ea typeface="+mn-ea"/>
                <a:cs typeface="+mn-cs"/>
              </a:defRPr>
            </a:lvl4pPr>
            <a:lvl5pPr marL="1828800" algn="l" rtl="0" eaLnBrk="0" fontAlgn="base" hangingPunct="0">
              <a:spcBef>
                <a:spcPct val="0"/>
              </a:spcBef>
              <a:spcAft>
                <a:spcPct val="0"/>
              </a:spcAft>
              <a:defRPr kern="1200">
                <a:solidFill>
                  <a:schemeClr val="tx1"/>
                </a:solidFill>
                <a:latin typeface="Calibri" pitchFamily="34" charset="0"/>
                <a:ea typeface="+mn-ea"/>
                <a:cs typeface="+mn-cs"/>
              </a:defRPr>
            </a:lvl5pPr>
            <a:lvl6pPr marL="2286000" algn="l" defTabSz="914400" rtl="0" eaLnBrk="1" latinLnBrk="0" hangingPunct="1">
              <a:defRPr kern="1200">
                <a:solidFill>
                  <a:schemeClr val="tx1"/>
                </a:solidFill>
                <a:latin typeface="Calibri" pitchFamily="34" charset="0"/>
                <a:ea typeface="+mn-ea"/>
                <a:cs typeface="+mn-cs"/>
              </a:defRPr>
            </a:lvl6pPr>
            <a:lvl7pPr marL="2743200" algn="l" defTabSz="914400" rtl="0" eaLnBrk="1" latinLnBrk="0" hangingPunct="1">
              <a:defRPr kern="1200">
                <a:solidFill>
                  <a:schemeClr val="tx1"/>
                </a:solidFill>
                <a:latin typeface="Calibri" pitchFamily="34" charset="0"/>
                <a:ea typeface="+mn-ea"/>
                <a:cs typeface="+mn-cs"/>
              </a:defRPr>
            </a:lvl7pPr>
            <a:lvl8pPr marL="3200400" algn="l" defTabSz="914400" rtl="0" eaLnBrk="1" latinLnBrk="0" hangingPunct="1">
              <a:defRPr kern="1200">
                <a:solidFill>
                  <a:schemeClr val="tx1"/>
                </a:solidFill>
                <a:latin typeface="Calibri" pitchFamily="34" charset="0"/>
                <a:ea typeface="+mn-ea"/>
                <a:cs typeface="+mn-cs"/>
              </a:defRPr>
            </a:lvl8pPr>
            <a:lvl9pPr marL="3657600" algn="l" defTabSz="914400" rtl="0" eaLnBrk="1" latinLnBrk="0" hangingPunct="1">
              <a:defRPr kern="1200">
                <a:solidFill>
                  <a:schemeClr val="tx1"/>
                </a:solidFill>
                <a:latin typeface="Calibri" pitchFamily="34" charset="0"/>
                <a:ea typeface="+mn-ea"/>
                <a:cs typeface="+mn-cs"/>
              </a:defRPr>
            </a:lvl9pPr>
          </a:lstStyle>
          <a:p>
            <a:pPr algn="r">
              <a:defRPr/>
            </a:pPr>
            <a:fld id="{0FF7DBA9-935E-47CE-962B-4680C9109015}" type="slidenum">
              <a:rPr lang="en-US" altLang="en-US" sz="1400" smtClean="0"/>
              <a:pPr algn="r">
                <a:defRPr/>
              </a:pPr>
              <a:t>‹#›</a:t>
            </a:fld>
            <a:endParaRPr lang="en-US" altLang="en-US" sz="1400" dirty="0"/>
          </a:p>
        </p:txBody>
      </p:sp>
      <p:sp>
        <p:nvSpPr>
          <p:cNvPr id="11" name="Title 1"/>
          <p:cNvSpPr>
            <a:spLocks noGrp="1"/>
          </p:cNvSpPr>
          <p:nvPr>
            <p:ph type="title"/>
          </p:nvPr>
        </p:nvSpPr>
        <p:spPr>
          <a:xfrm>
            <a:off x="240872" y="202991"/>
            <a:ext cx="9389440" cy="554587"/>
          </a:xfrm>
        </p:spPr>
        <p:txBody>
          <a:bodyPr/>
          <a:lstStyle>
            <a:lvl1pPr algn="l">
              <a:defRPr sz="3200" b="1"/>
            </a:lvl1pPr>
          </a:lstStyle>
          <a:p>
            <a:r>
              <a:rPr lang="en-US" dirty="0"/>
              <a:t>Click to edit Master title style</a:t>
            </a:r>
            <a:endParaRPr lang="en-IN" dirty="0"/>
          </a:p>
        </p:txBody>
      </p:sp>
      <p:sp>
        <p:nvSpPr>
          <p:cNvPr id="12" name="Content Placeholder 3"/>
          <p:cNvSpPr>
            <a:spLocks noGrp="1"/>
          </p:cNvSpPr>
          <p:nvPr>
            <p:ph sz="half" idx="2"/>
          </p:nvPr>
        </p:nvSpPr>
        <p:spPr>
          <a:xfrm>
            <a:off x="250576" y="1231143"/>
            <a:ext cx="11690849" cy="5223272"/>
          </a:xfrm>
        </p:spPr>
        <p:txBody>
          <a:bodyPr/>
          <a:lstStyle>
            <a:lvl1pPr>
              <a:defRPr sz="2400">
                <a:latin typeface="Arial" panose="020B0604020202020204" pitchFamily="34" charset="0"/>
                <a:cs typeface="Arial" panose="020B0604020202020204" pitchFamily="34" charset="0"/>
              </a:defRPr>
            </a:lvl1pPr>
            <a:lvl2pPr>
              <a:defRPr sz="2000">
                <a:latin typeface="Arial" panose="020B0604020202020204" pitchFamily="34" charset="0"/>
                <a:cs typeface="Arial" panose="020B0604020202020204" pitchFamily="34" charset="0"/>
              </a:defRPr>
            </a:lvl2pPr>
            <a:lvl3pPr>
              <a:defRPr sz="1800">
                <a:latin typeface="Arial" panose="020B0604020202020204" pitchFamily="34" charset="0"/>
                <a:cs typeface="Arial" panose="020B0604020202020204" pitchFamily="34" charset="0"/>
              </a:defRPr>
            </a:lvl3pPr>
            <a:lvl4pPr>
              <a:defRPr sz="1600">
                <a:latin typeface="Arial" panose="020B0604020202020204" pitchFamily="34" charset="0"/>
                <a:cs typeface="Arial" panose="020B0604020202020204" pitchFamily="34" charset="0"/>
              </a:defRPr>
            </a:lvl4pPr>
            <a:lvl5pPr>
              <a:defRPr sz="1600">
                <a:latin typeface="Arial" panose="020B0604020202020204" pitchFamily="34" charset="0"/>
                <a:cs typeface="Arial" panose="020B0604020202020204" pitchFamily="34" charset="0"/>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pic>
        <p:nvPicPr>
          <p:cNvPr id="3" name="Picture 2">
            <a:extLst>
              <a:ext uri="{FF2B5EF4-FFF2-40B4-BE49-F238E27FC236}">
                <a16:creationId xmlns:a16="http://schemas.microsoft.com/office/drawing/2014/main" id="{0A0C322A-68A0-418E-1745-0B1A6D79368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271464" y="26634"/>
            <a:ext cx="1734705" cy="664253"/>
          </a:xfrm>
          <a:prstGeom prst="rect">
            <a:avLst/>
          </a:prstGeom>
        </p:spPr>
      </p:pic>
    </p:spTree>
    <p:extLst>
      <p:ext uri="{BB962C8B-B14F-4D97-AF65-F5344CB8AC3E}">
        <p14:creationId xmlns:p14="http://schemas.microsoft.com/office/powerpoint/2010/main" val="12186568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TxTwoObj" preserve="1">
  <p:cSld name="Comparison Slide">
    <p:spTree>
      <p:nvGrpSpPr>
        <p:cNvPr id="1" name=""/>
        <p:cNvGrpSpPr/>
        <p:nvPr/>
      </p:nvGrpSpPr>
      <p:grpSpPr>
        <a:xfrm>
          <a:off x="0" y="0"/>
          <a:ext cx="0" cy="0"/>
          <a:chOff x="0" y="0"/>
          <a:chExt cx="0" cy="0"/>
        </a:xfrm>
      </p:grpSpPr>
      <p:pic>
        <p:nvPicPr>
          <p:cNvPr id="12" name="Picture 11"/>
          <p:cNvPicPr>
            <a:picLocks noChangeAspect="1"/>
          </p:cNvPicPr>
          <p:nvPr userDrawn="1"/>
        </p:nvPicPr>
        <p:blipFill>
          <a:blip r:embed="rId2">
            <a:lum bright="3000"/>
          </a:blip>
          <a:stretch>
            <a:fillRect/>
          </a:stretch>
        </p:blipFill>
        <p:spPr>
          <a:xfrm>
            <a:off x="2497430" y="2118212"/>
            <a:ext cx="7095541" cy="3510576"/>
          </a:xfrm>
          <a:prstGeom prst="rect">
            <a:avLst/>
          </a:prstGeom>
        </p:spPr>
      </p:pic>
      <p:sp>
        <p:nvSpPr>
          <p:cNvPr id="2" name="Title 1"/>
          <p:cNvSpPr>
            <a:spLocks noGrp="1"/>
          </p:cNvSpPr>
          <p:nvPr>
            <p:ph type="title"/>
          </p:nvPr>
        </p:nvSpPr>
        <p:spPr>
          <a:xfrm>
            <a:off x="240872" y="202991"/>
            <a:ext cx="9389440" cy="554587"/>
          </a:xfrm>
        </p:spPr>
        <p:txBody>
          <a:bodyPr/>
          <a:lstStyle>
            <a:lvl1pPr algn="l">
              <a:defRPr sz="3200" b="1"/>
            </a:lvl1pPr>
          </a:lstStyle>
          <a:p>
            <a:r>
              <a:rPr lang="en-US" dirty="0"/>
              <a:t>Click to edit Master title style</a:t>
            </a:r>
            <a:endParaRPr lang="en-IN" dirty="0"/>
          </a:p>
        </p:txBody>
      </p:sp>
      <p:sp>
        <p:nvSpPr>
          <p:cNvPr id="3" name="Text Placeholder 2"/>
          <p:cNvSpPr>
            <a:spLocks noGrp="1"/>
          </p:cNvSpPr>
          <p:nvPr>
            <p:ph type="body" idx="1"/>
          </p:nvPr>
        </p:nvSpPr>
        <p:spPr>
          <a:xfrm>
            <a:off x="240872" y="1132413"/>
            <a:ext cx="5718139" cy="48063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240872" y="1613044"/>
            <a:ext cx="5718139" cy="4784213"/>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
        <p:nvSpPr>
          <p:cNvPr id="5" name="Text Placeholder 4"/>
          <p:cNvSpPr>
            <a:spLocks noGrp="1"/>
          </p:cNvSpPr>
          <p:nvPr>
            <p:ph type="body" sz="quarter" idx="3"/>
          </p:nvPr>
        </p:nvSpPr>
        <p:spPr>
          <a:xfrm>
            <a:off x="6193368" y="1125167"/>
            <a:ext cx="5656161" cy="487877"/>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93368" y="1613044"/>
            <a:ext cx="5656161" cy="4784213"/>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cxnSp>
        <p:nvCxnSpPr>
          <p:cNvPr id="11" name="Straight Connector 10"/>
          <p:cNvCxnSpPr/>
          <p:nvPr userDrawn="1"/>
        </p:nvCxnSpPr>
        <p:spPr>
          <a:xfrm>
            <a:off x="0" y="1102360"/>
            <a:ext cx="12192000"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userDrawn="1"/>
        </p:nvCxnSpPr>
        <p:spPr>
          <a:xfrm>
            <a:off x="0" y="6756400"/>
            <a:ext cx="12192000" cy="0"/>
          </a:xfrm>
          <a:prstGeom prst="line">
            <a:avLst/>
          </a:prstGeom>
          <a:ln w="222250">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Slide Number Placeholder 5"/>
          <p:cNvSpPr txBox="1">
            <a:spLocks/>
          </p:cNvSpPr>
          <p:nvPr userDrawn="1"/>
        </p:nvSpPr>
        <p:spPr>
          <a:xfrm>
            <a:off x="11176001" y="6607628"/>
            <a:ext cx="1016000" cy="198808"/>
          </a:xfrm>
          <a:prstGeom prst="rect">
            <a:avLst/>
          </a:prstGeom>
        </p:spPr>
        <p:txBody>
          <a:bodyPr/>
          <a:lstStyle>
            <a:defPPr>
              <a:defRPr lang="en-US"/>
            </a:defPPr>
            <a:lvl1pPr algn="l" rtl="0" eaLnBrk="0" fontAlgn="base" hangingPunct="0">
              <a:spcBef>
                <a:spcPct val="0"/>
              </a:spcBef>
              <a:spcAft>
                <a:spcPct val="0"/>
              </a:spcAft>
              <a:defRPr sz="1400" b="1" kern="1200">
                <a:solidFill>
                  <a:schemeClr val="bg1"/>
                </a:solidFill>
                <a:latin typeface="Calibri" pitchFamily="34" charset="0"/>
                <a:ea typeface="+mn-ea"/>
                <a:cs typeface="+mn-cs"/>
              </a:defRPr>
            </a:lvl1pPr>
            <a:lvl2pPr marL="457200" algn="l" rtl="0" eaLnBrk="0" fontAlgn="base" hangingPunct="0">
              <a:spcBef>
                <a:spcPct val="0"/>
              </a:spcBef>
              <a:spcAft>
                <a:spcPct val="0"/>
              </a:spcAft>
              <a:defRPr kern="1200">
                <a:solidFill>
                  <a:schemeClr val="tx1"/>
                </a:solidFill>
                <a:latin typeface="Calibri" pitchFamily="34" charset="0"/>
                <a:ea typeface="+mn-ea"/>
                <a:cs typeface="+mn-cs"/>
              </a:defRPr>
            </a:lvl2pPr>
            <a:lvl3pPr marL="914400" algn="l" rtl="0" eaLnBrk="0" fontAlgn="base" hangingPunct="0">
              <a:spcBef>
                <a:spcPct val="0"/>
              </a:spcBef>
              <a:spcAft>
                <a:spcPct val="0"/>
              </a:spcAft>
              <a:defRPr kern="1200">
                <a:solidFill>
                  <a:schemeClr val="tx1"/>
                </a:solidFill>
                <a:latin typeface="Calibri" pitchFamily="34" charset="0"/>
                <a:ea typeface="+mn-ea"/>
                <a:cs typeface="+mn-cs"/>
              </a:defRPr>
            </a:lvl3pPr>
            <a:lvl4pPr marL="1371600" algn="l" rtl="0" eaLnBrk="0" fontAlgn="base" hangingPunct="0">
              <a:spcBef>
                <a:spcPct val="0"/>
              </a:spcBef>
              <a:spcAft>
                <a:spcPct val="0"/>
              </a:spcAft>
              <a:defRPr kern="1200">
                <a:solidFill>
                  <a:schemeClr val="tx1"/>
                </a:solidFill>
                <a:latin typeface="Calibri" pitchFamily="34" charset="0"/>
                <a:ea typeface="+mn-ea"/>
                <a:cs typeface="+mn-cs"/>
              </a:defRPr>
            </a:lvl4pPr>
            <a:lvl5pPr marL="1828800" algn="l" rtl="0" eaLnBrk="0" fontAlgn="base" hangingPunct="0">
              <a:spcBef>
                <a:spcPct val="0"/>
              </a:spcBef>
              <a:spcAft>
                <a:spcPct val="0"/>
              </a:spcAft>
              <a:defRPr kern="1200">
                <a:solidFill>
                  <a:schemeClr val="tx1"/>
                </a:solidFill>
                <a:latin typeface="Calibri" pitchFamily="34" charset="0"/>
                <a:ea typeface="+mn-ea"/>
                <a:cs typeface="+mn-cs"/>
              </a:defRPr>
            </a:lvl5pPr>
            <a:lvl6pPr marL="2286000" algn="l" defTabSz="914400" rtl="0" eaLnBrk="1" latinLnBrk="0" hangingPunct="1">
              <a:defRPr kern="1200">
                <a:solidFill>
                  <a:schemeClr val="tx1"/>
                </a:solidFill>
                <a:latin typeface="Calibri" pitchFamily="34" charset="0"/>
                <a:ea typeface="+mn-ea"/>
                <a:cs typeface="+mn-cs"/>
              </a:defRPr>
            </a:lvl6pPr>
            <a:lvl7pPr marL="2743200" algn="l" defTabSz="914400" rtl="0" eaLnBrk="1" latinLnBrk="0" hangingPunct="1">
              <a:defRPr kern="1200">
                <a:solidFill>
                  <a:schemeClr val="tx1"/>
                </a:solidFill>
                <a:latin typeface="Calibri" pitchFamily="34" charset="0"/>
                <a:ea typeface="+mn-ea"/>
                <a:cs typeface="+mn-cs"/>
              </a:defRPr>
            </a:lvl7pPr>
            <a:lvl8pPr marL="3200400" algn="l" defTabSz="914400" rtl="0" eaLnBrk="1" latinLnBrk="0" hangingPunct="1">
              <a:defRPr kern="1200">
                <a:solidFill>
                  <a:schemeClr val="tx1"/>
                </a:solidFill>
                <a:latin typeface="Calibri" pitchFamily="34" charset="0"/>
                <a:ea typeface="+mn-ea"/>
                <a:cs typeface="+mn-cs"/>
              </a:defRPr>
            </a:lvl8pPr>
            <a:lvl9pPr marL="3657600" algn="l" defTabSz="914400" rtl="0" eaLnBrk="1" latinLnBrk="0" hangingPunct="1">
              <a:defRPr kern="1200">
                <a:solidFill>
                  <a:schemeClr val="tx1"/>
                </a:solidFill>
                <a:latin typeface="Calibri" pitchFamily="34" charset="0"/>
                <a:ea typeface="+mn-ea"/>
                <a:cs typeface="+mn-cs"/>
              </a:defRPr>
            </a:lvl9pPr>
          </a:lstStyle>
          <a:p>
            <a:pPr algn="r">
              <a:defRPr/>
            </a:pPr>
            <a:fld id="{0FF7DBA9-935E-47CE-962B-4680C9109015}" type="slidenum">
              <a:rPr lang="en-US" altLang="en-US" sz="1400" smtClean="0"/>
              <a:pPr algn="r">
                <a:defRPr/>
              </a:pPr>
              <a:t>‹#›</a:t>
            </a:fld>
            <a:endParaRPr lang="en-US" altLang="en-US" sz="1400" dirty="0"/>
          </a:p>
        </p:txBody>
      </p:sp>
      <p:pic>
        <p:nvPicPr>
          <p:cNvPr id="8" name="Picture 7">
            <a:extLst>
              <a:ext uri="{FF2B5EF4-FFF2-40B4-BE49-F238E27FC236}">
                <a16:creationId xmlns:a16="http://schemas.microsoft.com/office/drawing/2014/main" id="{D4838245-5B6D-3C7C-1921-BCC6F0F5C5B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271464" y="26634"/>
            <a:ext cx="1734705" cy="664253"/>
          </a:xfrm>
          <a:prstGeom prst="rect">
            <a:avLst/>
          </a:prstGeom>
        </p:spPr>
      </p:pic>
    </p:spTree>
    <p:extLst>
      <p:ext uri="{BB962C8B-B14F-4D97-AF65-F5344CB8AC3E}">
        <p14:creationId xmlns:p14="http://schemas.microsoft.com/office/powerpoint/2010/main" val="26189229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cxnSp>
        <p:nvCxnSpPr>
          <p:cNvPr id="7" name="Straight Connector 6"/>
          <p:cNvCxnSpPr/>
          <p:nvPr userDrawn="1"/>
        </p:nvCxnSpPr>
        <p:spPr>
          <a:xfrm>
            <a:off x="0" y="1102360"/>
            <a:ext cx="12192000"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userDrawn="1"/>
        </p:nvCxnSpPr>
        <p:spPr>
          <a:xfrm>
            <a:off x="0" y="6756400"/>
            <a:ext cx="12192000" cy="0"/>
          </a:xfrm>
          <a:prstGeom prst="line">
            <a:avLst/>
          </a:prstGeom>
          <a:ln w="222250">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Slide Number Placeholder 5"/>
          <p:cNvSpPr txBox="1">
            <a:spLocks/>
          </p:cNvSpPr>
          <p:nvPr userDrawn="1"/>
        </p:nvSpPr>
        <p:spPr>
          <a:xfrm>
            <a:off x="11176001" y="6607628"/>
            <a:ext cx="1016000" cy="198808"/>
          </a:xfrm>
          <a:prstGeom prst="rect">
            <a:avLst/>
          </a:prstGeom>
        </p:spPr>
        <p:txBody>
          <a:bodyPr/>
          <a:lstStyle>
            <a:defPPr>
              <a:defRPr lang="en-US"/>
            </a:defPPr>
            <a:lvl1pPr algn="l" rtl="0" eaLnBrk="0" fontAlgn="base" hangingPunct="0">
              <a:spcBef>
                <a:spcPct val="0"/>
              </a:spcBef>
              <a:spcAft>
                <a:spcPct val="0"/>
              </a:spcAft>
              <a:defRPr sz="1400" b="1" kern="1200">
                <a:solidFill>
                  <a:schemeClr val="bg1"/>
                </a:solidFill>
                <a:latin typeface="Calibri" pitchFamily="34" charset="0"/>
                <a:ea typeface="+mn-ea"/>
                <a:cs typeface="+mn-cs"/>
              </a:defRPr>
            </a:lvl1pPr>
            <a:lvl2pPr marL="457200" algn="l" rtl="0" eaLnBrk="0" fontAlgn="base" hangingPunct="0">
              <a:spcBef>
                <a:spcPct val="0"/>
              </a:spcBef>
              <a:spcAft>
                <a:spcPct val="0"/>
              </a:spcAft>
              <a:defRPr kern="1200">
                <a:solidFill>
                  <a:schemeClr val="tx1"/>
                </a:solidFill>
                <a:latin typeface="Calibri" pitchFamily="34" charset="0"/>
                <a:ea typeface="+mn-ea"/>
                <a:cs typeface="+mn-cs"/>
              </a:defRPr>
            </a:lvl2pPr>
            <a:lvl3pPr marL="914400" algn="l" rtl="0" eaLnBrk="0" fontAlgn="base" hangingPunct="0">
              <a:spcBef>
                <a:spcPct val="0"/>
              </a:spcBef>
              <a:spcAft>
                <a:spcPct val="0"/>
              </a:spcAft>
              <a:defRPr kern="1200">
                <a:solidFill>
                  <a:schemeClr val="tx1"/>
                </a:solidFill>
                <a:latin typeface="Calibri" pitchFamily="34" charset="0"/>
                <a:ea typeface="+mn-ea"/>
                <a:cs typeface="+mn-cs"/>
              </a:defRPr>
            </a:lvl3pPr>
            <a:lvl4pPr marL="1371600" algn="l" rtl="0" eaLnBrk="0" fontAlgn="base" hangingPunct="0">
              <a:spcBef>
                <a:spcPct val="0"/>
              </a:spcBef>
              <a:spcAft>
                <a:spcPct val="0"/>
              </a:spcAft>
              <a:defRPr kern="1200">
                <a:solidFill>
                  <a:schemeClr val="tx1"/>
                </a:solidFill>
                <a:latin typeface="Calibri" pitchFamily="34" charset="0"/>
                <a:ea typeface="+mn-ea"/>
                <a:cs typeface="+mn-cs"/>
              </a:defRPr>
            </a:lvl4pPr>
            <a:lvl5pPr marL="1828800" algn="l" rtl="0" eaLnBrk="0" fontAlgn="base" hangingPunct="0">
              <a:spcBef>
                <a:spcPct val="0"/>
              </a:spcBef>
              <a:spcAft>
                <a:spcPct val="0"/>
              </a:spcAft>
              <a:defRPr kern="1200">
                <a:solidFill>
                  <a:schemeClr val="tx1"/>
                </a:solidFill>
                <a:latin typeface="Calibri" pitchFamily="34" charset="0"/>
                <a:ea typeface="+mn-ea"/>
                <a:cs typeface="+mn-cs"/>
              </a:defRPr>
            </a:lvl5pPr>
            <a:lvl6pPr marL="2286000" algn="l" defTabSz="914400" rtl="0" eaLnBrk="1" latinLnBrk="0" hangingPunct="1">
              <a:defRPr kern="1200">
                <a:solidFill>
                  <a:schemeClr val="tx1"/>
                </a:solidFill>
                <a:latin typeface="Calibri" pitchFamily="34" charset="0"/>
                <a:ea typeface="+mn-ea"/>
                <a:cs typeface="+mn-cs"/>
              </a:defRPr>
            </a:lvl6pPr>
            <a:lvl7pPr marL="2743200" algn="l" defTabSz="914400" rtl="0" eaLnBrk="1" latinLnBrk="0" hangingPunct="1">
              <a:defRPr kern="1200">
                <a:solidFill>
                  <a:schemeClr val="tx1"/>
                </a:solidFill>
                <a:latin typeface="Calibri" pitchFamily="34" charset="0"/>
                <a:ea typeface="+mn-ea"/>
                <a:cs typeface="+mn-cs"/>
              </a:defRPr>
            </a:lvl7pPr>
            <a:lvl8pPr marL="3200400" algn="l" defTabSz="914400" rtl="0" eaLnBrk="1" latinLnBrk="0" hangingPunct="1">
              <a:defRPr kern="1200">
                <a:solidFill>
                  <a:schemeClr val="tx1"/>
                </a:solidFill>
                <a:latin typeface="Calibri" pitchFamily="34" charset="0"/>
                <a:ea typeface="+mn-ea"/>
                <a:cs typeface="+mn-cs"/>
              </a:defRPr>
            </a:lvl8pPr>
            <a:lvl9pPr marL="3657600" algn="l" defTabSz="914400" rtl="0" eaLnBrk="1" latinLnBrk="0" hangingPunct="1">
              <a:defRPr kern="1200">
                <a:solidFill>
                  <a:schemeClr val="tx1"/>
                </a:solidFill>
                <a:latin typeface="Calibri" pitchFamily="34" charset="0"/>
                <a:ea typeface="+mn-ea"/>
                <a:cs typeface="+mn-cs"/>
              </a:defRPr>
            </a:lvl9pPr>
          </a:lstStyle>
          <a:p>
            <a:pPr algn="r">
              <a:defRPr/>
            </a:pPr>
            <a:fld id="{0FF7DBA9-935E-47CE-962B-4680C9109015}" type="slidenum">
              <a:rPr lang="en-US" altLang="en-US" sz="1400" smtClean="0"/>
              <a:pPr algn="r">
                <a:defRPr/>
              </a:pPr>
              <a:t>‹#›</a:t>
            </a:fld>
            <a:endParaRPr lang="en-US" altLang="en-US" sz="1400" dirty="0"/>
          </a:p>
        </p:txBody>
      </p:sp>
      <p:pic>
        <p:nvPicPr>
          <p:cNvPr id="3" name="Picture 2">
            <a:extLst>
              <a:ext uri="{FF2B5EF4-FFF2-40B4-BE49-F238E27FC236}">
                <a16:creationId xmlns:a16="http://schemas.microsoft.com/office/drawing/2014/main" id="{1382D1C4-7436-F71F-5CC8-167D381D6DC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271464" y="26634"/>
            <a:ext cx="1734705" cy="664253"/>
          </a:xfrm>
          <a:prstGeom prst="rect">
            <a:avLst/>
          </a:prstGeom>
        </p:spPr>
      </p:pic>
    </p:spTree>
    <p:extLst>
      <p:ext uri="{BB962C8B-B14F-4D97-AF65-F5344CB8AC3E}">
        <p14:creationId xmlns:p14="http://schemas.microsoft.com/office/powerpoint/2010/main" val="777514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Last Slide">
    <p:spTree>
      <p:nvGrpSpPr>
        <p:cNvPr id="1" name=""/>
        <p:cNvGrpSpPr/>
        <p:nvPr/>
      </p:nvGrpSpPr>
      <p:grpSpPr>
        <a:xfrm>
          <a:off x="0" y="0"/>
          <a:ext cx="0" cy="0"/>
          <a:chOff x="0" y="0"/>
          <a:chExt cx="0" cy="0"/>
        </a:xfrm>
      </p:grpSpPr>
      <p:sp>
        <p:nvSpPr>
          <p:cNvPr id="17" name="Slide Number Placeholder 5"/>
          <p:cNvSpPr txBox="1">
            <a:spLocks/>
          </p:cNvSpPr>
          <p:nvPr userDrawn="1"/>
        </p:nvSpPr>
        <p:spPr>
          <a:xfrm>
            <a:off x="11176001" y="6607628"/>
            <a:ext cx="1016000" cy="198808"/>
          </a:xfrm>
          <a:prstGeom prst="rect">
            <a:avLst/>
          </a:prstGeom>
        </p:spPr>
        <p:txBody>
          <a:bodyPr/>
          <a:lstStyle>
            <a:defPPr>
              <a:defRPr lang="en-US"/>
            </a:defPPr>
            <a:lvl1pPr algn="l" rtl="0" eaLnBrk="0" fontAlgn="base" hangingPunct="0">
              <a:spcBef>
                <a:spcPct val="0"/>
              </a:spcBef>
              <a:spcAft>
                <a:spcPct val="0"/>
              </a:spcAft>
              <a:defRPr sz="1400" b="1" kern="1200">
                <a:solidFill>
                  <a:schemeClr val="bg1"/>
                </a:solidFill>
                <a:latin typeface="Calibri" pitchFamily="34" charset="0"/>
                <a:ea typeface="+mn-ea"/>
                <a:cs typeface="+mn-cs"/>
              </a:defRPr>
            </a:lvl1pPr>
            <a:lvl2pPr marL="457200" algn="l" rtl="0" eaLnBrk="0" fontAlgn="base" hangingPunct="0">
              <a:spcBef>
                <a:spcPct val="0"/>
              </a:spcBef>
              <a:spcAft>
                <a:spcPct val="0"/>
              </a:spcAft>
              <a:defRPr kern="1200">
                <a:solidFill>
                  <a:schemeClr val="tx1"/>
                </a:solidFill>
                <a:latin typeface="Calibri" pitchFamily="34" charset="0"/>
                <a:ea typeface="+mn-ea"/>
                <a:cs typeface="+mn-cs"/>
              </a:defRPr>
            </a:lvl2pPr>
            <a:lvl3pPr marL="914400" algn="l" rtl="0" eaLnBrk="0" fontAlgn="base" hangingPunct="0">
              <a:spcBef>
                <a:spcPct val="0"/>
              </a:spcBef>
              <a:spcAft>
                <a:spcPct val="0"/>
              </a:spcAft>
              <a:defRPr kern="1200">
                <a:solidFill>
                  <a:schemeClr val="tx1"/>
                </a:solidFill>
                <a:latin typeface="Calibri" pitchFamily="34" charset="0"/>
                <a:ea typeface="+mn-ea"/>
                <a:cs typeface="+mn-cs"/>
              </a:defRPr>
            </a:lvl3pPr>
            <a:lvl4pPr marL="1371600" algn="l" rtl="0" eaLnBrk="0" fontAlgn="base" hangingPunct="0">
              <a:spcBef>
                <a:spcPct val="0"/>
              </a:spcBef>
              <a:spcAft>
                <a:spcPct val="0"/>
              </a:spcAft>
              <a:defRPr kern="1200">
                <a:solidFill>
                  <a:schemeClr val="tx1"/>
                </a:solidFill>
                <a:latin typeface="Calibri" pitchFamily="34" charset="0"/>
                <a:ea typeface="+mn-ea"/>
                <a:cs typeface="+mn-cs"/>
              </a:defRPr>
            </a:lvl4pPr>
            <a:lvl5pPr marL="1828800" algn="l" rtl="0" eaLnBrk="0" fontAlgn="base" hangingPunct="0">
              <a:spcBef>
                <a:spcPct val="0"/>
              </a:spcBef>
              <a:spcAft>
                <a:spcPct val="0"/>
              </a:spcAft>
              <a:defRPr kern="1200">
                <a:solidFill>
                  <a:schemeClr val="tx1"/>
                </a:solidFill>
                <a:latin typeface="Calibri" pitchFamily="34" charset="0"/>
                <a:ea typeface="+mn-ea"/>
                <a:cs typeface="+mn-cs"/>
              </a:defRPr>
            </a:lvl5pPr>
            <a:lvl6pPr marL="2286000" algn="l" defTabSz="914400" rtl="0" eaLnBrk="1" latinLnBrk="0" hangingPunct="1">
              <a:defRPr kern="1200">
                <a:solidFill>
                  <a:schemeClr val="tx1"/>
                </a:solidFill>
                <a:latin typeface="Calibri" pitchFamily="34" charset="0"/>
                <a:ea typeface="+mn-ea"/>
                <a:cs typeface="+mn-cs"/>
              </a:defRPr>
            </a:lvl6pPr>
            <a:lvl7pPr marL="2743200" algn="l" defTabSz="914400" rtl="0" eaLnBrk="1" latinLnBrk="0" hangingPunct="1">
              <a:defRPr kern="1200">
                <a:solidFill>
                  <a:schemeClr val="tx1"/>
                </a:solidFill>
                <a:latin typeface="Calibri" pitchFamily="34" charset="0"/>
                <a:ea typeface="+mn-ea"/>
                <a:cs typeface="+mn-cs"/>
              </a:defRPr>
            </a:lvl7pPr>
            <a:lvl8pPr marL="3200400" algn="l" defTabSz="914400" rtl="0" eaLnBrk="1" latinLnBrk="0" hangingPunct="1">
              <a:defRPr kern="1200">
                <a:solidFill>
                  <a:schemeClr val="tx1"/>
                </a:solidFill>
                <a:latin typeface="Calibri" pitchFamily="34" charset="0"/>
                <a:ea typeface="+mn-ea"/>
                <a:cs typeface="+mn-cs"/>
              </a:defRPr>
            </a:lvl8pPr>
            <a:lvl9pPr marL="3657600" algn="l" defTabSz="914400" rtl="0" eaLnBrk="1" latinLnBrk="0" hangingPunct="1">
              <a:defRPr kern="1200">
                <a:solidFill>
                  <a:schemeClr val="tx1"/>
                </a:solidFill>
                <a:latin typeface="Calibri" pitchFamily="34" charset="0"/>
                <a:ea typeface="+mn-ea"/>
                <a:cs typeface="+mn-cs"/>
              </a:defRPr>
            </a:lvl9pPr>
          </a:lstStyle>
          <a:p>
            <a:pPr algn="r">
              <a:defRPr/>
            </a:pPr>
            <a:fld id="{0FF7DBA9-935E-47CE-962B-4680C9109015}" type="slidenum">
              <a:rPr lang="en-US" altLang="en-US" sz="1400" smtClean="0"/>
              <a:pPr algn="r">
                <a:defRPr/>
              </a:pPr>
              <a:t>‹#›</a:t>
            </a:fld>
            <a:endParaRPr lang="en-US" altLang="en-US" sz="1400" dirty="0"/>
          </a:p>
        </p:txBody>
      </p:sp>
      <p:sp>
        <p:nvSpPr>
          <p:cNvPr id="11" name="Title 1"/>
          <p:cNvSpPr>
            <a:spLocks noGrp="1"/>
          </p:cNvSpPr>
          <p:nvPr>
            <p:ph type="title" hasCustomPrompt="1"/>
          </p:nvPr>
        </p:nvSpPr>
        <p:spPr>
          <a:xfrm>
            <a:off x="4485218" y="2971801"/>
            <a:ext cx="3270249" cy="711200"/>
          </a:xfrm>
        </p:spPr>
        <p:txBody>
          <a:bodyPr anchor="t"/>
          <a:lstStyle>
            <a:lvl1pPr algn="ctr">
              <a:defRPr sz="3600" b="1" cap="none"/>
            </a:lvl1pPr>
          </a:lstStyle>
          <a:p>
            <a:r>
              <a:rPr lang="en-US" dirty="0"/>
              <a:t>Thanks…</a:t>
            </a:r>
            <a:endParaRPr lang="en-IN" dirty="0"/>
          </a:p>
        </p:txBody>
      </p:sp>
    </p:spTree>
    <p:extLst>
      <p:ext uri="{BB962C8B-B14F-4D97-AF65-F5344CB8AC3E}">
        <p14:creationId xmlns:p14="http://schemas.microsoft.com/office/powerpoint/2010/main" val="210907665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274638"/>
            <a:ext cx="109728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endParaRPr lang="en-IN" altLang="en-US"/>
          </a:p>
        </p:txBody>
      </p:sp>
      <p:sp>
        <p:nvSpPr>
          <p:cNvPr id="1027" name="Text Placeholder 2"/>
          <p:cNvSpPr>
            <a:spLocks noGrp="1"/>
          </p:cNvSpPr>
          <p:nvPr>
            <p:ph type="body" idx="1"/>
          </p:nvPr>
        </p:nvSpPr>
        <p:spPr bwMode="auto">
          <a:xfrm>
            <a:off x="609600" y="1600201"/>
            <a:ext cx="109728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endParaRPr lang="en-IN" altLang="en-US"/>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eaLnBrk="0" hangingPunct="0">
              <a:defRPr sz="1200">
                <a:solidFill>
                  <a:schemeClr val="tx1">
                    <a:tint val="75000"/>
                  </a:schemeClr>
                </a:solidFill>
                <a:cs typeface="+mn-cs"/>
              </a:defRPr>
            </a:lvl1pPr>
          </a:lstStyle>
          <a:p>
            <a:pPr>
              <a:defRPr/>
            </a:pPr>
            <a:fld id="{247F8E96-40AA-459E-91AA-55A5F97CAAA0}" type="datetime1">
              <a:rPr lang="en-US" smtClean="0">
                <a:solidFill>
                  <a:prstClr val="black">
                    <a:tint val="75000"/>
                  </a:prstClr>
                </a:solidFill>
              </a:rPr>
              <a:t>5/3/2026</a:t>
            </a:fld>
            <a:endParaRPr lang="en-US" dirty="0">
              <a:solidFill>
                <a:prstClr val="black">
                  <a:tint val="75000"/>
                </a:prstClr>
              </a:solidFill>
            </a:endParaRPr>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eaLnBrk="0" hangingPunct="0">
              <a:defRPr sz="1200">
                <a:solidFill>
                  <a:schemeClr val="tx1">
                    <a:tint val="75000"/>
                  </a:schemeClr>
                </a:solidFill>
                <a:cs typeface="+mn-cs"/>
              </a:defRPr>
            </a:lvl1pPr>
          </a:lstStyle>
          <a:p>
            <a:pPr>
              <a:defRPr/>
            </a:pPr>
            <a:endParaRPr lang="en-US" dirty="0">
              <a:solidFill>
                <a:prstClr val="black">
                  <a:tint val="75000"/>
                </a:prstClr>
              </a:solidFill>
            </a:endParaRPr>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eaLnBrk="0" hangingPunct="0">
              <a:defRPr sz="1200">
                <a:solidFill>
                  <a:schemeClr val="tx1">
                    <a:tint val="75000"/>
                  </a:schemeClr>
                </a:solidFill>
                <a:cs typeface="+mn-cs"/>
              </a:defRPr>
            </a:lvl1pPr>
          </a:lstStyle>
          <a:p>
            <a:pPr>
              <a:defRPr/>
            </a:pPr>
            <a:fld id="{D4CB9294-F9FF-4346-BE48-1C04129C722B}" type="slidenum">
              <a:rPr lang="en-US" altLang="en-US">
                <a:solidFill>
                  <a:prstClr val="black">
                    <a:tint val="75000"/>
                  </a:prstClr>
                </a:solidFill>
              </a:rPr>
              <a:pPr>
                <a:defRPr/>
              </a:pPr>
              <a:t>‹#›</a:t>
            </a:fld>
            <a:endParaRPr lang="en-US" altLang="en-US" dirty="0">
              <a:solidFill>
                <a:prstClr val="black">
                  <a:tint val="75000"/>
                </a:prstClr>
              </a:solidFill>
            </a:endParaRPr>
          </a:p>
        </p:txBody>
      </p:sp>
    </p:spTree>
    <p:extLst>
      <p:ext uri="{BB962C8B-B14F-4D97-AF65-F5344CB8AC3E}">
        <p14:creationId xmlns:p14="http://schemas.microsoft.com/office/powerpoint/2010/main" val="1986162904"/>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701" r:id="rId3"/>
    <p:sldLayoutId id="2147483703" r:id="rId4"/>
    <p:sldLayoutId id="2147483708" r:id="rId5"/>
  </p:sldLayoutIdLst>
  <p:hf hdr="0" ftr="0" dt="0"/>
  <p:txStyles>
    <p:titleStyle>
      <a:lvl1pPr algn="ctr" rtl="0" eaLnBrk="1" fontAlgn="base" hangingPunct="1">
        <a:spcBef>
          <a:spcPct val="0"/>
        </a:spcBef>
        <a:spcAft>
          <a:spcPct val="0"/>
        </a:spcAft>
        <a:defRPr sz="4400" kern="1200">
          <a:solidFill>
            <a:schemeClr val="tx1"/>
          </a:solidFill>
          <a:latin typeface="+mj-lt"/>
          <a:ea typeface="+mj-ea"/>
          <a:cs typeface="+mj-cs"/>
        </a:defRPr>
      </a:lvl1pPr>
      <a:lvl2pPr algn="ctr" rtl="0" eaLnBrk="1" fontAlgn="base" hangingPunct="1">
        <a:spcBef>
          <a:spcPct val="0"/>
        </a:spcBef>
        <a:spcAft>
          <a:spcPct val="0"/>
        </a:spcAft>
        <a:defRPr sz="4400">
          <a:solidFill>
            <a:schemeClr val="tx1"/>
          </a:solidFill>
          <a:latin typeface="Calibri" pitchFamily="34" charset="0"/>
        </a:defRPr>
      </a:lvl2pPr>
      <a:lvl3pPr algn="ctr" rtl="0" eaLnBrk="1" fontAlgn="base" hangingPunct="1">
        <a:spcBef>
          <a:spcPct val="0"/>
        </a:spcBef>
        <a:spcAft>
          <a:spcPct val="0"/>
        </a:spcAft>
        <a:defRPr sz="4400">
          <a:solidFill>
            <a:schemeClr val="tx1"/>
          </a:solidFill>
          <a:latin typeface="Calibri" pitchFamily="34" charset="0"/>
        </a:defRPr>
      </a:lvl3pPr>
      <a:lvl4pPr algn="ctr" rtl="0" eaLnBrk="1" fontAlgn="base" hangingPunct="1">
        <a:spcBef>
          <a:spcPct val="0"/>
        </a:spcBef>
        <a:spcAft>
          <a:spcPct val="0"/>
        </a:spcAft>
        <a:defRPr sz="4400">
          <a:solidFill>
            <a:schemeClr val="tx1"/>
          </a:solidFill>
          <a:latin typeface="Calibri" pitchFamily="34" charset="0"/>
        </a:defRPr>
      </a:lvl4pPr>
      <a:lvl5pPr algn="ctr" rtl="0" eaLnBrk="1" fontAlgn="base" hangingPunct="1">
        <a:spcBef>
          <a:spcPct val="0"/>
        </a:spcBef>
        <a:spcAft>
          <a:spcPct val="0"/>
        </a:spcAft>
        <a:defRPr sz="4400">
          <a:solidFill>
            <a:schemeClr val="tx1"/>
          </a:solidFill>
          <a:latin typeface="Calibri" pitchFamily="34" charset="0"/>
        </a:defRPr>
      </a:lvl5pPr>
      <a:lvl6pPr marL="457200" algn="ctr" rtl="0" eaLnBrk="1" fontAlgn="base" hangingPunct="1">
        <a:spcBef>
          <a:spcPct val="0"/>
        </a:spcBef>
        <a:spcAft>
          <a:spcPct val="0"/>
        </a:spcAft>
        <a:defRPr sz="4400">
          <a:solidFill>
            <a:schemeClr val="tx1"/>
          </a:solidFill>
          <a:latin typeface="Calibri" pitchFamily="34" charset="0"/>
        </a:defRPr>
      </a:lvl6pPr>
      <a:lvl7pPr marL="914400" algn="ctr" rtl="0" eaLnBrk="1" fontAlgn="base" hangingPunct="1">
        <a:spcBef>
          <a:spcPct val="0"/>
        </a:spcBef>
        <a:spcAft>
          <a:spcPct val="0"/>
        </a:spcAft>
        <a:defRPr sz="4400">
          <a:solidFill>
            <a:schemeClr val="tx1"/>
          </a:solidFill>
          <a:latin typeface="Calibri" pitchFamily="34" charset="0"/>
        </a:defRPr>
      </a:lvl7pPr>
      <a:lvl8pPr marL="1371600" algn="ctr" rtl="0" eaLnBrk="1" fontAlgn="base" hangingPunct="1">
        <a:spcBef>
          <a:spcPct val="0"/>
        </a:spcBef>
        <a:spcAft>
          <a:spcPct val="0"/>
        </a:spcAft>
        <a:defRPr sz="4400">
          <a:solidFill>
            <a:schemeClr val="tx1"/>
          </a:solidFill>
          <a:latin typeface="Calibri" pitchFamily="34" charset="0"/>
        </a:defRPr>
      </a:lvl8pPr>
      <a:lvl9pPr marL="1828800" algn="ctr" rtl="0" eaLnBrk="1" fontAlgn="base" hangingPunct="1">
        <a:spcBef>
          <a:spcPct val="0"/>
        </a:spcBef>
        <a:spcAft>
          <a:spcPct val="0"/>
        </a:spcAft>
        <a:defRPr sz="4400">
          <a:solidFill>
            <a:schemeClr val="tx1"/>
          </a:solidFill>
          <a:latin typeface="Calibri" pitchFamily="34"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nepjol.info/index.php/pjri/article/download/87678/66464" TargetMode="External"/><Relationship Id="rId2" Type="http://schemas.openxmlformats.org/officeDocument/2006/relationships/hyperlink" Target="https://www.mdpi.com/2079-8954/11/3/124" TargetMode="External"/><Relationship Id="rId1" Type="http://schemas.openxmlformats.org/officeDocument/2006/relationships/slideLayout" Target="../slideLayouts/slideLayout2.xml"/><Relationship Id="rId6" Type="http://schemas.openxmlformats.org/officeDocument/2006/relationships/hyperlink" Target="https://bloodconnect.org/" TargetMode="External"/><Relationship Id="rId5" Type="http://schemas.openxmlformats.org/officeDocument/2006/relationships/hyperlink" Target="https://www.researchgate.net/publication/394055105_blood_transfusion_services_in_nepal_an_overview" TargetMode="External"/><Relationship Id="rId4" Type="http://schemas.openxmlformats.org/officeDocument/2006/relationships/hyperlink" Target="https://www.sciencedirect.com/science/article/pii/S2772632023000132?via%3Dihub"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image" Target="../media/image9.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p:cNvSpPr>
            <a:spLocks noGrp="1"/>
          </p:cNvSpPr>
          <p:nvPr>
            <p:ph type="title" idx="4294967295"/>
          </p:nvPr>
        </p:nvSpPr>
        <p:spPr>
          <a:xfrm>
            <a:off x="2472417" y="1344837"/>
            <a:ext cx="7247166" cy="499336"/>
          </a:xfrm>
        </p:spPr>
        <p:txBody>
          <a:bodyPr/>
          <a:lstStyle>
            <a:lvl1pPr algn="ctr">
              <a:defRPr sz="2800" b="1">
                <a:latin typeface="+mn-lt"/>
              </a:defRPr>
            </a:lvl1pPr>
          </a:lstStyle>
          <a:p>
            <a:r>
              <a:rPr lang="en-US" sz="4800" dirty="0">
                <a:latin typeface="Arial" panose="020B0604020202020204" pitchFamily="34" charset="0"/>
                <a:cs typeface="Arial" panose="020B0604020202020204" pitchFamily="34" charset="0"/>
              </a:rPr>
              <a:t>Project: Blood Donation Finder</a:t>
            </a:r>
            <a:endParaRPr lang="en-IN" sz="4800" dirty="0">
              <a:latin typeface="Arial" panose="020B0604020202020204" pitchFamily="34" charset="0"/>
              <a:cs typeface="Arial" panose="020B0604020202020204" pitchFamily="34" charset="0"/>
            </a:endParaRPr>
          </a:p>
        </p:txBody>
      </p:sp>
      <p:sp>
        <p:nvSpPr>
          <p:cNvPr id="9" name="Text Placeholder 2"/>
          <p:cNvSpPr>
            <a:spLocks noGrp="1"/>
          </p:cNvSpPr>
          <p:nvPr>
            <p:ph type="body" idx="4294967295"/>
          </p:nvPr>
        </p:nvSpPr>
        <p:spPr>
          <a:xfrm>
            <a:off x="2593520" y="4281635"/>
            <a:ext cx="7247166" cy="423370"/>
          </a:xfrm>
        </p:spPr>
        <p:txBody>
          <a:bodyPr anchor="b"/>
          <a:lstStyle>
            <a:lvl1pPr marL="0" indent="0" algn="ctr">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latin typeface="Arial" panose="020B0604020202020204" pitchFamily="34" charset="0"/>
                <a:cs typeface="Arial" panose="020B0604020202020204" pitchFamily="34" charset="0"/>
              </a:rPr>
              <a:t>Aryan </a:t>
            </a:r>
            <a:r>
              <a:rPr lang="en-US" dirty="0" err="1">
                <a:latin typeface="Arial" panose="020B0604020202020204" pitchFamily="34" charset="0"/>
                <a:cs typeface="Arial" panose="020B0604020202020204" pitchFamily="34" charset="0"/>
              </a:rPr>
              <a:t>Mainalee</a:t>
            </a:r>
            <a:endParaRPr lang="en-US" dirty="0">
              <a:latin typeface="Arial" panose="020B0604020202020204" pitchFamily="34" charset="0"/>
              <a:cs typeface="Arial" panose="020B0604020202020204" pitchFamily="34" charset="0"/>
            </a:endParaRPr>
          </a:p>
          <a:p>
            <a:pPr lvl="0"/>
            <a:r>
              <a:rPr lang="en-US" dirty="0">
                <a:latin typeface="Arial" panose="020B0604020202020204" pitchFamily="34" charset="0"/>
                <a:cs typeface="Arial" panose="020B0604020202020204" pitchFamily="34" charset="0"/>
              </a:rPr>
              <a:t>Dipesh </a:t>
            </a:r>
            <a:r>
              <a:rPr lang="en-US" dirty="0" err="1">
                <a:latin typeface="Arial" panose="020B0604020202020204" pitchFamily="34" charset="0"/>
                <a:cs typeface="Arial" panose="020B0604020202020204" pitchFamily="34" charset="0"/>
              </a:rPr>
              <a:t>Bastola</a:t>
            </a:r>
            <a:endParaRPr lang="en-US" dirty="0">
              <a:latin typeface="Arial" panose="020B0604020202020204" pitchFamily="34" charset="0"/>
              <a:cs typeface="Arial" panose="020B0604020202020204" pitchFamily="34" charset="0"/>
            </a:endParaRPr>
          </a:p>
          <a:p>
            <a:pPr lvl="0"/>
            <a:r>
              <a:rPr lang="en-US" dirty="0">
                <a:latin typeface="Arial" panose="020B0604020202020204" pitchFamily="34" charset="0"/>
                <a:cs typeface="Arial" panose="020B0604020202020204" pitchFamily="34" charset="0"/>
              </a:rPr>
              <a:t>Sulav Tiwari</a:t>
            </a:r>
          </a:p>
        </p:txBody>
      </p:sp>
      <p:sp>
        <p:nvSpPr>
          <p:cNvPr id="14" name="Text Placeholder 2"/>
          <p:cNvSpPr>
            <a:spLocks noGrp="1"/>
          </p:cNvSpPr>
          <p:nvPr>
            <p:ph type="body" idx="4294967295"/>
          </p:nvPr>
        </p:nvSpPr>
        <p:spPr>
          <a:xfrm>
            <a:off x="2754885" y="6009638"/>
            <a:ext cx="7247166" cy="423370"/>
          </a:xfrm>
        </p:spPr>
        <p:txBody>
          <a:bodyPr anchor="b"/>
          <a:lstStyle>
            <a:lvl1pPr marL="0" indent="0" algn="ctr">
              <a:buNone/>
              <a:defRPr sz="18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latin typeface="Arial" panose="020B0604020202020204" pitchFamily="34" charset="0"/>
                <a:cs typeface="Arial" panose="020B0604020202020204" pitchFamily="34" charset="0"/>
              </a:rPr>
              <a:t>Under Supervision of</a:t>
            </a:r>
          </a:p>
          <a:p>
            <a:pPr lvl="0"/>
            <a:r>
              <a:rPr lang="en-US" dirty="0">
                <a:latin typeface="Arial" panose="020B0604020202020204" pitchFamily="34" charset="0"/>
                <a:cs typeface="Arial" panose="020B0604020202020204" pitchFamily="34" charset="0"/>
              </a:rPr>
              <a:t>Sanju Shrestha  </a:t>
            </a:r>
          </a:p>
        </p:txBody>
      </p:sp>
      <p:sp>
        <p:nvSpPr>
          <p:cNvPr id="15" name="Text Placeholder 2"/>
          <p:cNvSpPr>
            <a:spLocks noGrp="1"/>
          </p:cNvSpPr>
          <p:nvPr>
            <p:ph type="body" idx="4294967295"/>
          </p:nvPr>
        </p:nvSpPr>
        <p:spPr>
          <a:xfrm>
            <a:off x="2472417" y="2977002"/>
            <a:ext cx="7247166" cy="423370"/>
          </a:xfrm>
        </p:spPr>
        <p:txBody>
          <a:bodyPr anchor="b"/>
          <a:lstStyle>
            <a:lvl1pPr marL="0" indent="0" algn="ctr">
              <a:buNone/>
              <a:defRPr sz="2000" b="1" i="1">
                <a:solidFill>
                  <a:srgbClr val="000099"/>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z="2800" dirty="0">
                <a:solidFill>
                  <a:srgbClr val="2E3090"/>
                </a:solidFill>
                <a:latin typeface="Arial" panose="020B0604020202020204" pitchFamily="34" charset="0"/>
                <a:cs typeface="Arial" panose="020B0604020202020204" pitchFamily="34" charset="0"/>
              </a:rPr>
              <a:t>By  Group 7</a:t>
            </a:r>
          </a:p>
        </p:txBody>
      </p:sp>
    </p:spTree>
    <p:extLst>
      <p:ext uri="{BB962C8B-B14F-4D97-AF65-F5344CB8AC3E}">
        <p14:creationId xmlns:p14="http://schemas.microsoft.com/office/powerpoint/2010/main" val="2026772072"/>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7919F-3856-4904-ABEC-454630BA35EB}"/>
              </a:ext>
            </a:extLst>
          </p:cNvPr>
          <p:cNvSpPr>
            <a:spLocks noGrp="1"/>
          </p:cNvSpPr>
          <p:nvPr>
            <p:ph type="title"/>
          </p:nvPr>
        </p:nvSpPr>
        <p:spPr/>
        <p:txBody>
          <a:bodyPr/>
          <a:lstStyle/>
          <a:p>
            <a:r>
              <a:rPr lang="en-US" sz="4000" dirty="0">
                <a:solidFill>
                  <a:srgbClr val="0070C0"/>
                </a:solidFill>
              </a:rPr>
              <a:t>Table of Contents</a:t>
            </a:r>
          </a:p>
        </p:txBody>
      </p:sp>
      <p:sp>
        <p:nvSpPr>
          <p:cNvPr id="3" name="Content Placeholder 2">
            <a:extLst>
              <a:ext uri="{FF2B5EF4-FFF2-40B4-BE49-F238E27FC236}">
                <a16:creationId xmlns:a16="http://schemas.microsoft.com/office/drawing/2014/main" id="{1865CAD1-5EE3-4559-A084-AF36077082A2}"/>
              </a:ext>
            </a:extLst>
          </p:cNvPr>
          <p:cNvSpPr>
            <a:spLocks noGrp="1"/>
          </p:cNvSpPr>
          <p:nvPr>
            <p:ph sz="half" idx="2"/>
          </p:nvPr>
        </p:nvSpPr>
        <p:spPr/>
        <p:txBody>
          <a:bodyPr/>
          <a:lstStyle/>
          <a:p>
            <a:r>
              <a:rPr lang="en-US" dirty="0"/>
              <a:t>Project Overview</a:t>
            </a:r>
          </a:p>
          <a:p>
            <a:r>
              <a:rPr lang="en-US" dirty="0"/>
              <a:t>Problems/Challenges </a:t>
            </a:r>
          </a:p>
          <a:p>
            <a:r>
              <a:rPr lang="en-US" dirty="0"/>
              <a:t>Literature Review</a:t>
            </a:r>
          </a:p>
          <a:p>
            <a:r>
              <a:rPr lang="en-US" dirty="0"/>
              <a:t>Goals and Objectives</a:t>
            </a:r>
          </a:p>
          <a:p>
            <a:r>
              <a:rPr lang="en-US" dirty="0"/>
              <a:t>Features</a:t>
            </a:r>
          </a:p>
          <a:p>
            <a:r>
              <a:rPr lang="en-US" dirty="0"/>
              <a:t>Methodology</a:t>
            </a:r>
          </a:p>
          <a:p>
            <a:r>
              <a:rPr lang="en-US" dirty="0"/>
              <a:t>Feasibility</a:t>
            </a:r>
          </a:p>
          <a:p>
            <a:r>
              <a:rPr lang="en-US" dirty="0"/>
              <a:t>Gantt Chart</a:t>
            </a:r>
          </a:p>
          <a:p>
            <a:r>
              <a:rPr lang="en-US" dirty="0"/>
              <a:t>Technology Used</a:t>
            </a:r>
          </a:p>
          <a:p>
            <a:r>
              <a:rPr lang="en-US" dirty="0"/>
              <a:t>Comparative Study</a:t>
            </a:r>
          </a:p>
          <a:p>
            <a:r>
              <a:rPr lang="en-US" dirty="0"/>
              <a:t>Conclusion</a:t>
            </a:r>
          </a:p>
          <a:p>
            <a:endParaRPr lang="en-US" dirty="0"/>
          </a:p>
          <a:p>
            <a:endParaRPr lang="en-US" dirty="0"/>
          </a:p>
          <a:p>
            <a:endParaRPr lang="en-US" dirty="0"/>
          </a:p>
        </p:txBody>
      </p:sp>
    </p:spTree>
    <p:extLst>
      <p:ext uri="{BB962C8B-B14F-4D97-AF65-F5344CB8AC3E}">
        <p14:creationId xmlns:p14="http://schemas.microsoft.com/office/powerpoint/2010/main" val="27663249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9DCD08-E119-4626-AABB-1ABF1D0CA77C}"/>
              </a:ext>
            </a:extLst>
          </p:cNvPr>
          <p:cNvSpPr>
            <a:spLocks noGrp="1"/>
          </p:cNvSpPr>
          <p:nvPr>
            <p:ph type="title"/>
          </p:nvPr>
        </p:nvSpPr>
        <p:spPr/>
        <p:txBody>
          <a:bodyPr/>
          <a:lstStyle/>
          <a:p>
            <a:r>
              <a:rPr lang="en-US" sz="4000" dirty="0">
                <a:solidFill>
                  <a:srgbClr val="0070C0"/>
                </a:solidFill>
              </a:rPr>
              <a:t>Project Overview: Blood Donation Finder</a:t>
            </a:r>
          </a:p>
        </p:txBody>
      </p:sp>
      <p:sp>
        <p:nvSpPr>
          <p:cNvPr id="3" name="Content Placeholder 2">
            <a:extLst>
              <a:ext uri="{FF2B5EF4-FFF2-40B4-BE49-F238E27FC236}">
                <a16:creationId xmlns:a16="http://schemas.microsoft.com/office/drawing/2014/main" id="{901ED13D-C26B-43CD-8179-2A9D93D8149B}"/>
              </a:ext>
            </a:extLst>
          </p:cNvPr>
          <p:cNvSpPr>
            <a:spLocks noGrp="1"/>
          </p:cNvSpPr>
          <p:nvPr>
            <p:ph sz="half" idx="2"/>
          </p:nvPr>
        </p:nvSpPr>
        <p:spPr>
          <a:xfrm>
            <a:off x="394011" y="1302860"/>
            <a:ext cx="5845423" cy="5223272"/>
          </a:xfrm>
        </p:spPr>
        <p:txBody>
          <a:bodyPr/>
          <a:lstStyle/>
          <a:p>
            <a:pPr marL="0" indent="0">
              <a:buNone/>
            </a:pPr>
            <a:r>
              <a:rPr lang="en-US" sz="2800" b="0" i="0" dirty="0">
                <a:effectLst/>
              </a:rPr>
              <a:t>A life-saving platform designed to connect blood donors with recipients in real time during medical emergencies. It simplifies and accelerates the process of finding the right blood type nearby, ensuring timely help when every second matters.</a:t>
            </a:r>
            <a:endParaRPr lang="en-US" sz="2800" dirty="0"/>
          </a:p>
        </p:txBody>
      </p:sp>
      <p:pic>
        <p:nvPicPr>
          <p:cNvPr id="5" name="Picture 4">
            <a:extLst>
              <a:ext uri="{FF2B5EF4-FFF2-40B4-BE49-F238E27FC236}">
                <a16:creationId xmlns:a16="http://schemas.microsoft.com/office/drawing/2014/main" id="{0B777055-635D-47DC-9463-CEA19306884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19364" y="1237129"/>
            <a:ext cx="4320812" cy="4383741"/>
          </a:xfrm>
          <a:prstGeom prst="rect">
            <a:avLst/>
          </a:prstGeom>
        </p:spPr>
      </p:pic>
    </p:spTree>
    <p:extLst>
      <p:ext uri="{BB962C8B-B14F-4D97-AF65-F5344CB8AC3E}">
        <p14:creationId xmlns:p14="http://schemas.microsoft.com/office/powerpoint/2010/main" val="28589813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350E6E-93A9-4DD7-86B6-1A291D3DF153}"/>
              </a:ext>
            </a:extLst>
          </p:cNvPr>
          <p:cNvSpPr>
            <a:spLocks noGrp="1"/>
          </p:cNvSpPr>
          <p:nvPr>
            <p:ph type="title"/>
          </p:nvPr>
        </p:nvSpPr>
        <p:spPr/>
        <p:txBody>
          <a:bodyPr/>
          <a:lstStyle/>
          <a:p>
            <a:r>
              <a:rPr lang="en-US" sz="4000" dirty="0">
                <a:solidFill>
                  <a:srgbClr val="0070C0"/>
                </a:solidFill>
              </a:rPr>
              <a:t>PROBLEMS/CHALLENGES </a:t>
            </a:r>
          </a:p>
        </p:txBody>
      </p:sp>
      <p:sp>
        <p:nvSpPr>
          <p:cNvPr id="3" name="Content Placeholder 2">
            <a:extLst>
              <a:ext uri="{FF2B5EF4-FFF2-40B4-BE49-F238E27FC236}">
                <a16:creationId xmlns:a16="http://schemas.microsoft.com/office/drawing/2014/main" id="{F97BBD66-C7BB-44B6-B1F0-5EF814672601}"/>
              </a:ext>
            </a:extLst>
          </p:cNvPr>
          <p:cNvSpPr>
            <a:spLocks noGrp="1"/>
          </p:cNvSpPr>
          <p:nvPr>
            <p:ph sz="half" idx="2"/>
          </p:nvPr>
        </p:nvSpPr>
        <p:spPr>
          <a:xfrm>
            <a:off x="250576" y="1634728"/>
            <a:ext cx="7943165" cy="5223272"/>
          </a:xfrm>
        </p:spPr>
        <p:txBody>
          <a:bodyPr/>
          <a:lstStyle/>
          <a:p>
            <a:pPr>
              <a:buFont typeface="Arial" panose="020B0604020202020204" pitchFamily="34" charset="0"/>
              <a:buChar char="•"/>
            </a:pPr>
            <a:r>
              <a:rPr lang="en-US" dirty="0"/>
              <a:t>Hard to find donors quickly in emergencies </a:t>
            </a:r>
          </a:p>
          <a:p>
            <a:pPr>
              <a:buFont typeface="Arial" panose="020B0604020202020204" pitchFamily="34" charset="0"/>
              <a:buChar char="•"/>
            </a:pPr>
            <a:r>
              <a:rPr lang="en-US" dirty="0"/>
              <a:t>No proper platform for donor connection </a:t>
            </a:r>
          </a:p>
          <a:p>
            <a:pPr>
              <a:buFont typeface="Arial" panose="020B0604020202020204" pitchFamily="34" charset="0"/>
              <a:buChar char="•"/>
            </a:pPr>
            <a:r>
              <a:rPr lang="en-US" dirty="0"/>
              <a:t>Delay due to manual phone searches </a:t>
            </a:r>
          </a:p>
          <a:p>
            <a:pPr>
              <a:buFont typeface="Arial" panose="020B0604020202020204" pitchFamily="34" charset="0"/>
              <a:buChar char="•"/>
            </a:pPr>
            <a:r>
              <a:rPr lang="en-US" dirty="0"/>
              <a:t>Outdated donor and blood records </a:t>
            </a:r>
          </a:p>
          <a:p>
            <a:pPr>
              <a:buFont typeface="Arial" panose="020B0604020202020204" pitchFamily="34" charset="0"/>
              <a:buChar char="•"/>
            </a:pPr>
            <a:r>
              <a:rPr lang="en-US" dirty="0"/>
              <a:t>Shortage of rare blood groups </a:t>
            </a:r>
          </a:p>
          <a:p>
            <a:pPr>
              <a:buFont typeface="Arial" panose="020B0604020202020204" pitchFamily="34" charset="0"/>
              <a:buChar char="•"/>
            </a:pPr>
            <a:r>
              <a:rPr lang="en-US" dirty="0"/>
              <a:t>Low awareness of blood donation </a:t>
            </a:r>
          </a:p>
          <a:p>
            <a:pPr>
              <a:buFont typeface="Arial" panose="020B0604020202020204" pitchFamily="34" charset="0"/>
              <a:buChar char="•"/>
            </a:pPr>
            <a:r>
              <a:rPr lang="en-US" dirty="0"/>
              <a:t>Need secure user data storage </a:t>
            </a:r>
          </a:p>
        </p:txBody>
      </p:sp>
      <p:pic>
        <p:nvPicPr>
          <p:cNvPr id="7" name="Picture 6">
            <a:extLst>
              <a:ext uri="{FF2B5EF4-FFF2-40B4-BE49-F238E27FC236}">
                <a16:creationId xmlns:a16="http://schemas.microsoft.com/office/drawing/2014/main" id="{C906F4DF-9B4D-46AA-A3F8-ECB8EA9E2D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949965" y="1346687"/>
            <a:ext cx="4991459" cy="4280170"/>
          </a:xfrm>
          <a:prstGeom prst="rect">
            <a:avLst/>
          </a:prstGeom>
          <a:effectLst>
            <a:softEdge rad="254000"/>
          </a:effectLst>
        </p:spPr>
      </p:pic>
    </p:spTree>
    <p:extLst>
      <p:ext uri="{BB962C8B-B14F-4D97-AF65-F5344CB8AC3E}">
        <p14:creationId xmlns:p14="http://schemas.microsoft.com/office/powerpoint/2010/main" val="6160586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0308B-F2BA-473C-AD7E-DFAEA0A5EBE4}"/>
              </a:ext>
            </a:extLst>
          </p:cNvPr>
          <p:cNvSpPr>
            <a:spLocks noGrp="1"/>
          </p:cNvSpPr>
          <p:nvPr>
            <p:ph type="title"/>
          </p:nvPr>
        </p:nvSpPr>
        <p:spPr/>
        <p:txBody>
          <a:bodyPr/>
          <a:lstStyle/>
          <a:p>
            <a:r>
              <a:rPr lang="en-US" sz="4000" dirty="0">
                <a:solidFill>
                  <a:srgbClr val="0070C0"/>
                </a:solidFill>
              </a:rPr>
              <a:t>Literature Review</a:t>
            </a:r>
          </a:p>
        </p:txBody>
      </p:sp>
      <p:sp>
        <p:nvSpPr>
          <p:cNvPr id="3" name="Content Placeholder 2">
            <a:extLst>
              <a:ext uri="{FF2B5EF4-FFF2-40B4-BE49-F238E27FC236}">
                <a16:creationId xmlns:a16="http://schemas.microsoft.com/office/drawing/2014/main" id="{565F895C-FB78-4E59-8BC6-59F7F15CE14B}"/>
              </a:ext>
            </a:extLst>
          </p:cNvPr>
          <p:cNvSpPr>
            <a:spLocks noGrp="1"/>
          </p:cNvSpPr>
          <p:nvPr>
            <p:ph sz="half" idx="2"/>
          </p:nvPr>
        </p:nvSpPr>
        <p:spPr/>
        <p:txBody>
          <a:bodyPr/>
          <a:lstStyle/>
          <a:p>
            <a:r>
              <a:rPr lang="en-US" i="0" dirty="0">
                <a:effectLst/>
              </a:rPr>
              <a:t>A systematic literature review of the blood supply chain through bibliometric analysis and taxonomy,</a:t>
            </a:r>
            <a:r>
              <a:rPr lang="en-US" b="1" i="0" dirty="0">
                <a:effectLst/>
              </a:rPr>
              <a:t> </a:t>
            </a:r>
            <a:r>
              <a:rPr lang="en-US" dirty="0">
                <a:hlinkClick r:id="rId2">
                  <a:extLst>
                    <a:ext uri="{A12FA001-AC4F-418D-AE19-62706E023703}">
                      <ahyp:hlinkClr xmlns:ahyp="http://schemas.microsoft.com/office/drawing/2018/hyperlinkcolor" val="tx"/>
                    </a:ext>
                  </a:extLst>
                </a:hlinkClick>
              </a:rPr>
              <a:t>https://www.Mdpi.Com/2079-8954/11/3/124</a:t>
            </a:r>
            <a:endParaRPr lang="en-US" dirty="0"/>
          </a:p>
          <a:p>
            <a:pPr algn="l"/>
            <a:r>
              <a:rPr lang="en-US" i="0" dirty="0">
                <a:effectLst/>
              </a:rPr>
              <a:t>Knowledge, attitude and practice of voluntary blood donation among higher education students in </a:t>
            </a:r>
            <a:r>
              <a:rPr lang="en-US" dirty="0"/>
              <a:t>N</a:t>
            </a:r>
            <a:r>
              <a:rPr lang="en-US" i="0" dirty="0">
                <a:effectLst/>
              </a:rPr>
              <a:t>epal, </a:t>
            </a:r>
            <a:r>
              <a:rPr lang="en-US" dirty="0">
                <a:hlinkClick r:id="rId3">
                  <a:extLst>
                    <a:ext uri="{A12FA001-AC4F-418D-AE19-62706E023703}">
                      <ahyp:hlinkClr xmlns:ahyp="http://schemas.microsoft.com/office/drawing/2018/hyperlinkcolor" val="tx"/>
                    </a:ext>
                  </a:extLst>
                </a:hlinkClick>
              </a:rPr>
              <a:t>https://nepjol.Info/index.Php/pjri/article/download/87678/66464</a:t>
            </a:r>
            <a:endParaRPr lang="en-US" dirty="0"/>
          </a:p>
          <a:p>
            <a:pPr algn="l"/>
            <a:r>
              <a:rPr lang="en-US" b="0" i="0" dirty="0">
                <a:effectLst/>
              </a:rPr>
              <a:t>Impact of natural disasters and pandemics on blood supply: A systematic review, </a:t>
            </a:r>
            <a:r>
              <a:rPr lang="en-US" b="0" i="0" dirty="0">
                <a:effectLst/>
                <a:hlinkClick r:id="rId4">
                  <a:extLst>
                    <a:ext uri="{A12FA001-AC4F-418D-AE19-62706E023703}">
                      <ahyp:hlinkClr xmlns:ahyp="http://schemas.microsoft.com/office/drawing/2018/hyperlinkcolor" val="tx"/>
                    </a:ext>
                  </a:extLst>
                </a:hlinkClick>
              </a:rPr>
              <a:t>https://www.Sciencedirect.Com/science/article/pii/S2772632023000132?Via%3dihub</a:t>
            </a:r>
            <a:endParaRPr lang="en-US" b="0" i="0" dirty="0">
              <a:effectLst/>
            </a:endParaRPr>
          </a:p>
          <a:p>
            <a:pPr algn="l"/>
            <a:r>
              <a:rPr lang="en-US" b="0" i="0" dirty="0">
                <a:effectLst/>
              </a:rPr>
              <a:t>Blood transfusion services in </a:t>
            </a:r>
            <a:r>
              <a:rPr lang="en-US" dirty="0"/>
              <a:t>N</a:t>
            </a:r>
            <a:r>
              <a:rPr lang="en-US" b="0" i="0" dirty="0">
                <a:effectLst/>
              </a:rPr>
              <a:t>epal: an overview, </a:t>
            </a:r>
            <a:r>
              <a:rPr lang="en-US" b="0" i="0" dirty="0">
                <a:effectLst/>
                <a:hlinkClick r:id="rId5">
                  <a:extLst>
                    <a:ext uri="{A12FA001-AC4F-418D-AE19-62706E023703}">
                      <ahyp:hlinkClr xmlns:ahyp="http://schemas.microsoft.com/office/drawing/2018/hyperlinkcolor" val="tx"/>
                    </a:ext>
                  </a:extLst>
                </a:hlinkClick>
              </a:rPr>
              <a:t>https://www.Researchgate.Net/publication/394055105_blood_transfusion_services_in_nepal_an_overview</a:t>
            </a:r>
            <a:endParaRPr lang="en-US" b="0" i="0" dirty="0">
              <a:effectLst/>
            </a:endParaRPr>
          </a:p>
          <a:p>
            <a:pPr algn="l"/>
            <a:r>
              <a:rPr lang="en-US" b="0" i="0" dirty="0">
                <a:effectLst/>
                <a:hlinkClick r:id="rId6"/>
              </a:rPr>
              <a:t>https://bloodconnect.org/</a:t>
            </a:r>
            <a:endParaRPr lang="en-US" dirty="0"/>
          </a:p>
          <a:p>
            <a:pPr algn="l"/>
            <a:r>
              <a:rPr lang="en-US" b="0" i="0" dirty="0">
                <a:effectLst/>
              </a:rPr>
              <a:t>Sankalp India Foundation's app</a:t>
            </a:r>
          </a:p>
          <a:p>
            <a:pPr algn="l"/>
            <a:endParaRPr lang="en-US" b="0" i="0" dirty="0">
              <a:effectLst/>
            </a:endParaRPr>
          </a:p>
          <a:p>
            <a:pPr algn="l"/>
            <a:endParaRPr lang="en-US" b="0" i="0" dirty="0">
              <a:effectLst/>
            </a:endParaRPr>
          </a:p>
          <a:p>
            <a:pPr algn="l"/>
            <a:endParaRPr lang="en-US" dirty="0"/>
          </a:p>
          <a:p>
            <a:endParaRPr lang="en-US" dirty="0"/>
          </a:p>
        </p:txBody>
      </p:sp>
    </p:spTree>
    <p:extLst>
      <p:ext uri="{BB962C8B-B14F-4D97-AF65-F5344CB8AC3E}">
        <p14:creationId xmlns:p14="http://schemas.microsoft.com/office/powerpoint/2010/main" val="42180020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299131-13C1-469D-8A54-7CD22DE484C4}"/>
              </a:ext>
            </a:extLst>
          </p:cNvPr>
          <p:cNvSpPr>
            <a:spLocks noGrp="1"/>
          </p:cNvSpPr>
          <p:nvPr>
            <p:ph type="title"/>
          </p:nvPr>
        </p:nvSpPr>
        <p:spPr/>
        <p:txBody>
          <a:bodyPr/>
          <a:lstStyle/>
          <a:p>
            <a:r>
              <a:rPr lang="en-US" sz="4000" dirty="0">
                <a:solidFill>
                  <a:srgbClr val="0070C0"/>
                </a:solidFill>
              </a:rPr>
              <a:t>GOAL and OBJECTIVES</a:t>
            </a:r>
          </a:p>
        </p:txBody>
      </p:sp>
      <p:sp>
        <p:nvSpPr>
          <p:cNvPr id="3" name="Content Placeholder 2">
            <a:extLst>
              <a:ext uri="{FF2B5EF4-FFF2-40B4-BE49-F238E27FC236}">
                <a16:creationId xmlns:a16="http://schemas.microsoft.com/office/drawing/2014/main" id="{8B2B1CBC-709E-4606-A142-EAB7ECD58B9B}"/>
              </a:ext>
            </a:extLst>
          </p:cNvPr>
          <p:cNvSpPr>
            <a:spLocks noGrp="1"/>
          </p:cNvSpPr>
          <p:nvPr>
            <p:ph sz="half" idx="2"/>
          </p:nvPr>
        </p:nvSpPr>
        <p:spPr>
          <a:xfrm>
            <a:off x="250576" y="1231143"/>
            <a:ext cx="11403159" cy="5223272"/>
          </a:xfrm>
        </p:spPr>
        <p:txBody>
          <a:bodyPr/>
          <a:lstStyle/>
          <a:p>
            <a:pPr marL="0" indent="0">
              <a:buNone/>
            </a:pPr>
            <a:r>
              <a:rPr lang="en-US" b="1" dirty="0">
                <a:solidFill>
                  <a:srgbClr val="7030A0"/>
                </a:solidFill>
              </a:rPr>
              <a:t>Primary Goal:</a:t>
            </a:r>
          </a:p>
          <a:p>
            <a:pPr marL="0" indent="0">
              <a:buNone/>
            </a:pPr>
            <a:r>
              <a:rPr lang="en-US" dirty="0"/>
              <a:t>P</a:t>
            </a:r>
            <a:r>
              <a:rPr lang="en-US" b="0" i="0" dirty="0">
                <a:effectLst/>
              </a:rPr>
              <a:t>rovide a fast, reliable, and user-friendly platform for emergency blood connection.</a:t>
            </a:r>
          </a:p>
          <a:p>
            <a:pPr marL="0" indent="0">
              <a:buNone/>
            </a:pPr>
            <a:endParaRPr lang="en-US" dirty="0"/>
          </a:p>
          <a:p>
            <a:pPr marL="0" indent="0">
              <a:buNone/>
            </a:pPr>
            <a:r>
              <a:rPr lang="en-US" b="1" dirty="0">
                <a:solidFill>
                  <a:srgbClr val="7030A0"/>
                </a:solidFill>
              </a:rPr>
              <a:t>Objectives</a:t>
            </a:r>
          </a:p>
          <a:p>
            <a:pPr>
              <a:buFont typeface="Arial" panose="020B0604020202020204" pitchFamily="34" charset="0"/>
              <a:buChar char="•"/>
            </a:pPr>
            <a:r>
              <a:rPr lang="en-US" dirty="0"/>
              <a:t>Develop fast donor connection system </a:t>
            </a:r>
          </a:p>
          <a:p>
            <a:pPr>
              <a:buFont typeface="Arial" panose="020B0604020202020204" pitchFamily="34" charset="0"/>
              <a:buChar char="•"/>
            </a:pPr>
            <a:r>
              <a:rPr lang="en-US" dirty="0"/>
              <a:t>Create reliable and accurate platform </a:t>
            </a:r>
          </a:p>
          <a:p>
            <a:pPr>
              <a:buFont typeface="Arial" panose="020B0604020202020204" pitchFamily="34" charset="0"/>
              <a:buChar char="•"/>
            </a:pPr>
            <a:r>
              <a:rPr lang="en-US" dirty="0"/>
              <a:t>Design simple user-friendly interface </a:t>
            </a:r>
          </a:p>
          <a:p>
            <a:pPr>
              <a:buFont typeface="Arial" panose="020B0604020202020204" pitchFamily="34" charset="0"/>
              <a:buChar char="•"/>
            </a:pPr>
            <a:r>
              <a:rPr lang="en-US" dirty="0"/>
              <a:t>Reduce delay in finding donors </a:t>
            </a:r>
          </a:p>
          <a:p>
            <a:pPr>
              <a:buFont typeface="Arial" panose="020B0604020202020204" pitchFamily="34" charset="0"/>
              <a:buChar char="•"/>
            </a:pPr>
            <a:r>
              <a:rPr lang="en-US" dirty="0"/>
              <a:t>Improve communication between users </a:t>
            </a:r>
          </a:p>
          <a:p>
            <a:pPr>
              <a:buFont typeface="Arial" panose="020B0604020202020204" pitchFamily="34" charset="0"/>
              <a:buChar char="•"/>
            </a:pPr>
            <a:r>
              <a:rPr lang="en-US" dirty="0"/>
              <a:t>Maintain structured donor database </a:t>
            </a:r>
          </a:p>
          <a:p>
            <a:pPr>
              <a:buFont typeface="Arial" panose="020B0604020202020204" pitchFamily="34" charset="0"/>
              <a:buChar char="•"/>
            </a:pPr>
            <a:r>
              <a:rPr lang="en-US" dirty="0"/>
              <a:t>Ensure quick emergency response </a:t>
            </a:r>
          </a:p>
        </p:txBody>
      </p:sp>
    </p:spTree>
    <p:extLst>
      <p:ext uri="{BB962C8B-B14F-4D97-AF65-F5344CB8AC3E}">
        <p14:creationId xmlns:p14="http://schemas.microsoft.com/office/powerpoint/2010/main" val="4717556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299131-13C1-469D-8A54-7CD22DE484C4}"/>
              </a:ext>
            </a:extLst>
          </p:cNvPr>
          <p:cNvSpPr>
            <a:spLocks noGrp="1"/>
          </p:cNvSpPr>
          <p:nvPr>
            <p:ph type="title"/>
          </p:nvPr>
        </p:nvSpPr>
        <p:spPr/>
        <p:txBody>
          <a:bodyPr/>
          <a:lstStyle/>
          <a:p>
            <a:r>
              <a:rPr lang="en-US" sz="4000" dirty="0">
                <a:solidFill>
                  <a:srgbClr val="0070C0"/>
                </a:solidFill>
              </a:rPr>
              <a:t>FEATURES</a:t>
            </a:r>
          </a:p>
        </p:txBody>
      </p:sp>
      <p:sp>
        <p:nvSpPr>
          <p:cNvPr id="3" name="Content Placeholder 2">
            <a:extLst>
              <a:ext uri="{FF2B5EF4-FFF2-40B4-BE49-F238E27FC236}">
                <a16:creationId xmlns:a16="http://schemas.microsoft.com/office/drawing/2014/main" id="{8B2B1CBC-709E-4606-A142-EAB7ECD58B9B}"/>
              </a:ext>
            </a:extLst>
          </p:cNvPr>
          <p:cNvSpPr>
            <a:spLocks noGrp="1"/>
          </p:cNvSpPr>
          <p:nvPr>
            <p:ph sz="half" idx="2"/>
          </p:nvPr>
        </p:nvSpPr>
        <p:spPr>
          <a:xfrm>
            <a:off x="421741" y="1476324"/>
            <a:ext cx="5262455" cy="4983928"/>
          </a:xfrm>
          <a:solidFill>
            <a:schemeClr val="accent5">
              <a:lumMod val="40000"/>
              <a:lumOff val="60000"/>
            </a:schemeClr>
          </a:solidFill>
        </p:spPr>
        <p:txBody>
          <a:bodyPr/>
          <a:lstStyle/>
          <a:p>
            <a:pPr marL="0" indent="0" algn="ctr">
              <a:buNone/>
            </a:pPr>
            <a:r>
              <a:rPr lang="en-US" b="1" dirty="0">
                <a:solidFill>
                  <a:srgbClr val="7030A0"/>
                </a:solidFill>
              </a:rPr>
              <a:t>Core Features</a:t>
            </a:r>
          </a:p>
          <a:p>
            <a:pPr marL="0" indent="0">
              <a:buNone/>
            </a:pPr>
            <a:endParaRPr lang="en-US" b="1" dirty="0"/>
          </a:p>
          <a:p>
            <a:pPr>
              <a:buFont typeface="Arial" panose="020B0604020202020204" pitchFamily="34" charset="0"/>
              <a:buChar char="•"/>
            </a:pPr>
            <a:r>
              <a:rPr lang="en-US" b="0" i="0" dirty="0">
                <a:effectLst/>
              </a:rPr>
              <a:t>User &amp; Organization Registration</a:t>
            </a:r>
            <a:endParaRPr lang="en-US" dirty="0"/>
          </a:p>
          <a:p>
            <a:pPr>
              <a:buFont typeface="Arial" panose="020B0604020202020204" pitchFamily="34" charset="0"/>
              <a:buChar char="•"/>
            </a:pPr>
            <a:endParaRPr lang="en-US" b="0" i="0" dirty="0">
              <a:effectLst/>
            </a:endParaRPr>
          </a:p>
          <a:p>
            <a:pPr>
              <a:buFont typeface="Arial" panose="020B0604020202020204" pitchFamily="34" charset="0"/>
              <a:buChar char="•"/>
            </a:pPr>
            <a:r>
              <a:rPr lang="en-US" b="0" i="0" dirty="0">
                <a:effectLst/>
              </a:rPr>
              <a:t>Blood Request System</a:t>
            </a:r>
            <a:endParaRPr lang="en-US" dirty="0"/>
          </a:p>
          <a:p>
            <a:pPr>
              <a:buFont typeface="Arial" panose="020B0604020202020204" pitchFamily="34" charset="0"/>
              <a:buChar char="•"/>
            </a:pPr>
            <a:endParaRPr lang="en-US" b="0" i="0" dirty="0">
              <a:effectLst/>
            </a:endParaRPr>
          </a:p>
          <a:p>
            <a:pPr>
              <a:buFont typeface="Arial" panose="020B0604020202020204" pitchFamily="34" charset="0"/>
              <a:buChar char="•"/>
            </a:pPr>
            <a:r>
              <a:rPr lang="en-US" b="0" i="0" dirty="0">
                <a:effectLst/>
              </a:rPr>
              <a:t>Donor-Requester Matching</a:t>
            </a:r>
            <a:endParaRPr lang="en-US" dirty="0"/>
          </a:p>
          <a:p>
            <a:pPr>
              <a:buFont typeface="Arial" panose="020B0604020202020204" pitchFamily="34" charset="0"/>
              <a:buChar char="•"/>
            </a:pPr>
            <a:endParaRPr lang="en-US" b="0" i="0" dirty="0">
              <a:effectLst/>
            </a:endParaRPr>
          </a:p>
          <a:p>
            <a:pPr>
              <a:buFont typeface="Arial" panose="020B0604020202020204" pitchFamily="34" charset="0"/>
              <a:buChar char="•"/>
            </a:pPr>
            <a:r>
              <a:rPr lang="en-US" b="0" i="0" dirty="0">
                <a:effectLst/>
              </a:rPr>
              <a:t>Request Status Tracking</a:t>
            </a:r>
          </a:p>
          <a:p>
            <a:pPr>
              <a:buFont typeface="Arial" panose="020B0604020202020204" pitchFamily="34" charset="0"/>
              <a:buChar char="•"/>
            </a:pPr>
            <a:endParaRPr lang="en-US" dirty="0"/>
          </a:p>
          <a:p>
            <a:pPr marL="0" indent="0">
              <a:buNone/>
            </a:pPr>
            <a:endParaRPr lang="en-US" dirty="0"/>
          </a:p>
        </p:txBody>
      </p:sp>
      <p:sp>
        <p:nvSpPr>
          <p:cNvPr id="4" name="Content Placeholder 2">
            <a:extLst>
              <a:ext uri="{FF2B5EF4-FFF2-40B4-BE49-F238E27FC236}">
                <a16:creationId xmlns:a16="http://schemas.microsoft.com/office/drawing/2014/main" id="{E3AEB74C-68BB-41B1-8E28-F89B0E1FF446}"/>
              </a:ext>
            </a:extLst>
          </p:cNvPr>
          <p:cNvSpPr txBox="1">
            <a:spLocks/>
          </p:cNvSpPr>
          <p:nvPr/>
        </p:nvSpPr>
        <p:spPr bwMode="auto">
          <a:xfrm>
            <a:off x="6235830" y="1476324"/>
            <a:ext cx="5534429" cy="4983928"/>
          </a:xfrm>
          <a:prstGeom prst="rect">
            <a:avLst/>
          </a:prstGeom>
          <a:solidFill>
            <a:schemeClr val="accent5">
              <a:lumMod val="40000"/>
              <a:lumOff val="60000"/>
            </a:schemeClr>
          </a:solidFill>
          <a:ln>
            <a:noFill/>
          </a:ln>
        </p:spPr>
        <p:txBody>
          <a:bodyPr vert="horz" wrap="square" lIns="91440" tIns="45720" rIns="91440" bIns="45720" numCol="1" anchor="t" anchorCtr="0" compatLnSpc="1">
            <a:prstTxWarp prst="textNoShape">
              <a:avLst/>
            </a:prstTxWarp>
          </a:bodyPr>
          <a:lstStyle>
            <a:lvl1pPr marL="342900" indent="-342900" algn="l" rtl="0" eaLnBrk="1" fontAlgn="base" hangingPunct="1">
              <a:spcBef>
                <a:spcPct val="20000"/>
              </a:spcBef>
              <a:spcAft>
                <a:spcPct val="0"/>
              </a:spcAft>
              <a:buFont typeface="Arial" charset="0"/>
              <a:buChar char="•"/>
              <a:defRPr sz="2400" kern="1200">
                <a:solidFill>
                  <a:schemeClr val="tx1"/>
                </a:solidFill>
                <a:latin typeface="Arial" panose="020B0604020202020204" pitchFamily="34" charset="0"/>
                <a:ea typeface="+mn-ea"/>
                <a:cs typeface="Arial" panose="020B0604020202020204" pitchFamily="34" charset="0"/>
              </a:defRPr>
            </a:lvl1pPr>
            <a:lvl2pPr marL="742950" indent="-285750" algn="l" rtl="0" eaLnBrk="1" fontAlgn="base" hangingPunct="1">
              <a:spcBef>
                <a:spcPct val="20000"/>
              </a:spcBef>
              <a:spcAft>
                <a:spcPct val="0"/>
              </a:spcAft>
              <a:buFont typeface="Arial" charset="0"/>
              <a:buChar char="–"/>
              <a:defRPr sz="2000" kern="1200">
                <a:solidFill>
                  <a:schemeClr val="tx1"/>
                </a:solidFill>
                <a:latin typeface="Arial" panose="020B0604020202020204" pitchFamily="34" charset="0"/>
                <a:ea typeface="+mn-ea"/>
                <a:cs typeface="Arial" panose="020B0604020202020204" pitchFamily="34" charset="0"/>
              </a:defRPr>
            </a:lvl2pPr>
            <a:lvl3pPr marL="1143000" indent="-228600" algn="l" rtl="0" eaLnBrk="1" fontAlgn="base" hangingPunct="1">
              <a:spcBef>
                <a:spcPct val="20000"/>
              </a:spcBef>
              <a:spcAft>
                <a:spcPct val="0"/>
              </a:spcAft>
              <a:buFont typeface="Arial" charset="0"/>
              <a:buChar char="•"/>
              <a:defRPr sz="1800" kern="1200">
                <a:solidFill>
                  <a:schemeClr val="tx1"/>
                </a:solidFill>
                <a:latin typeface="Arial" panose="020B0604020202020204" pitchFamily="34" charset="0"/>
                <a:ea typeface="+mn-ea"/>
                <a:cs typeface="Arial" panose="020B0604020202020204" pitchFamily="34" charset="0"/>
              </a:defRPr>
            </a:lvl3pPr>
            <a:lvl4pPr marL="1600200" indent="-228600" algn="l" rtl="0" eaLnBrk="1" fontAlgn="base" hangingPunct="1">
              <a:spcBef>
                <a:spcPct val="20000"/>
              </a:spcBef>
              <a:spcAft>
                <a:spcPct val="0"/>
              </a:spcAft>
              <a:buFont typeface="Arial" charset="0"/>
              <a:buChar char="–"/>
              <a:defRPr sz="1600" kern="1200">
                <a:solidFill>
                  <a:schemeClr val="tx1"/>
                </a:solidFill>
                <a:latin typeface="Arial" panose="020B0604020202020204" pitchFamily="34" charset="0"/>
                <a:ea typeface="+mn-ea"/>
                <a:cs typeface="Arial" panose="020B0604020202020204" pitchFamily="34" charset="0"/>
              </a:defRPr>
            </a:lvl4pPr>
            <a:lvl5pPr marL="2057400" indent="-228600" algn="l" rtl="0" eaLnBrk="1" fontAlgn="base" hangingPunct="1">
              <a:spcBef>
                <a:spcPct val="20000"/>
              </a:spcBef>
              <a:spcAft>
                <a:spcPct val="0"/>
              </a:spcAft>
              <a:buFont typeface="Arial" charset="0"/>
              <a:buChar char="»"/>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9pPr>
          </a:lstStyle>
          <a:p>
            <a:pPr marL="0" indent="0" algn="ctr">
              <a:buFont typeface="Arial" charset="0"/>
              <a:buNone/>
            </a:pPr>
            <a:r>
              <a:rPr lang="en-US" b="1" dirty="0">
                <a:solidFill>
                  <a:srgbClr val="7030A0"/>
                </a:solidFill>
              </a:rPr>
              <a:t>Secondary Features</a:t>
            </a:r>
          </a:p>
          <a:p>
            <a:pPr marL="0" indent="0">
              <a:buNone/>
            </a:pPr>
            <a:endParaRPr lang="en-US" dirty="0"/>
          </a:p>
          <a:p>
            <a:pPr>
              <a:buFont typeface="Arial" panose="020B0604020202020204" pitchFamily="34" charset="0"/>
              <a:buChar char="•"/>
            </a:pPr>
            <a:r>
              <a:rPr lang="en-US" dirty="0"/>
              <a:t>In-App Chat</a:t>
            </a:r>
          </a:p>
          <a:p>
            <a:pPr>
              <a:buFont typeface="Arial" panose="020B0604020202020204" pitchFamily="34" charset="0"/>
              <a:buChar char="•"/>
            </a:pPr>
            <a:endParaRPr lang="en-US" dirty="0"/>
          </a:p>
          <a:p>
            <a:pPr>
              <a:buFont typeface="Arial" panose="020B0604020202020204" pitchFamily="34" charset="0"/>
              <a:buChar char="•"/>
            </a:pPr>
            <a:r>
              <a:rPr lang="en-US" dirty="0"/>
              <a:t>Donor Availability Toggle </a:t>
            </a:r>
          </a:p>
          <a:p>
            <a:pPr>
              <a:buFont typeface="Arial" panose="020B0604020202020204" pitchFamily="34" charset="0"/>
              <a:buChar char="•"/>
            </a:pPr>
            <a:endParaRPr lang="en-US" dirty="0"/>
          </a:p>
          <a:p>
            <a:pPr>
              <a:buFont typeface="Arial" panose="020B0604020202020204" pitchFamily="34" charset="0"/>
              <a:buChar char="•"/>
            </a:pPr>
            <a:r>
              <a:rPr lang="en-US" dirty="0"/>
              <a:t>Donation History </a:t>
            </a:r>
          </a:p>
          <a:p>
            <a:pPr>
              <a:buFont typeface="Arial" panose="020B0604020202020204" pitchFamily="34" charset="0"/>
              <a:buChar char="•"/>
            </a:pPr>
            <a:endParaRPr lang="en-US" dirty="0"/>
          </a:p>
          <a:p>
            <a:pPr>
              <a:buFont typeface="Arial" panose="020B0604020202020204" pitchFamily="34" charset="0"/>
              <a:buChar char="•"/>
            </a:pPr>
            <a:r>
              <a:rPr lang="en-US" dirty="0"/>
              <a:t>Email/SMS Notifications </a:t>
            </a:r>
          </a:p>
          <a:p>
            <a:pPr>
              <a:buFont typeface="Arial" panose="020B0604020202020204" pitchFamily="34" charset="0"/>
              <a:buChar char="•"/>
            </a:pPr>
            <a:endParaRPr lang="en-US" dirty="0"/>
          </a:p>
          <a:p>
            <a:pPr>
              <a:buFont typeface="Arial" panose="020B0604020202020204" pitchFamily="34" charset="0"/>
              <a:buChar char="•"/>
            </a:pPr>
            <a:r>
              <a:rPr lang="en-US" dirty="0"/>
              <a:t>Admin Dashboard </a:t>
            </a:r>
          </a:p>
          <a:p>
            <a:pPr>
              <a:buFont typeface="Arial" panose="020B0604020202020204" pitchFamily="34" charset="0"/>
              <a:buChar char="•"/>
            </a:pPr>
            <a:endParaRPr lang="en-US" dirty="0"/>
          </a:p>
          <a:p>
            <a:pPr marL="0" indent="0">
              <a:buFont typeface="Arial" charset="0"/>
              <a:buNone/>
            </a:pPr>
            <a:endParaRPr lang="en-US" dirty="0"/>
          </a:p>
        </p:txBody>
      </p:sp>
    </p:spTree>
    <p:extLst>
      <p:ext uri="{BB962C8B-B14F-4D97-AF65-F5344CB8AC3E}">
        <p14:creationId xmlns:p14="http://schemas.microsoft.com/office/powerpoint/2010/main" val="8746158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C048F7-E368-46E2-A579-846148880076}"/>
              </a:ext>
            </a:extLst>
          </p:cNvPr>
          <p:cNvSpPr>
            <a:spLocks noGrp="1"/>
          </p:cNvSpPr>
          <p:nvPr>
            <p:ph type="title"/>
          </p:nvPr>
        </p:nvSpPr>
        <p:spPr/>
        <p:txBody>
          <a:bodyPr/>
          <a:lstStyle/>
          <a:p>
            <a:r>
              <a:rPr lang="en-US" sz="4000" dirty="0">
                <a:solidFill>
                  <a:srgbClr val="0070C0"/>
                </a:solidFill>
              </a:rPr>
              <a:t>METHODOLOGY</a:t>
            </a:r>
          </a:p>
        </p:txBody>
      </p:sp>
      <p:sp>
        <p:nvSpPr>
          <p:cNvPr id="3" name="Content Placeholder 2">
            <a:extLst>
              <a:ext uri="{FF2B5EF4-FFF2-40B4-BE49-F238E27FC236}">
                <a16:creationId xmlns:a16="http://schemas.microsoft.com/office/drawing/2014/main" id="{94C50BD7-16EE-49E9-94BB-99C8CF03A590}"/>
              </a:ext>
            </a:extLst>
          </p:cNvPr>
          <p:cNvSpPr>
            <a:spLocks noGrp="1"/>
          </p:cNvSpPr>
          <p:nvPr>
            <p:ph sz="half" idx="2"/>
          </p:nvPr>
        </p:nvSpPr>
        <p:spPr>
          <a:xfrm>
            <a:off x="250575" y="1634728"/>
            <a:ext cx="11690849" cy="5223272"/>
          </a:xfrm>
        </p:spPr>
        <p:txBody>
          <a:bodyPr/>
          <a:lstStyle/>
          <a:p>
            <a:pPr>
              <a:buFont typeface="Arial" panose="020B0604020202020204" pitchFamily="34" charset="0"/>
              <a:buChar char="•"/>
            </a:pPr>
            <a:r>
              <a:rPr lang="en-US" dirty="0"/>
              <a:t>Requirement analysis by identifying user needs</a:t>
            </a:r>
          </a:p>
          <a:p>
            <a:pPr>
              <a:buFont typeface="Arial" panose="020B0604020202020204" pitchFamily="34" charset="0"/>
              <a:buChar char="•"/>
            </a:pPr>
            <a:r>
              <a:rPr lang="en-US" dirty="0"/>
              <a:t>Designing system structure (UI wireframes and database design) </a:t>
            </a:r>
          </a:p>
          <a:p>
            <a:pPr>
              <a:buFont typeface="Arial" panose="020B0604020202020204" pitchFamily="34" charset="0"/>
              <a:buChar char="•"/>
            </a:pPr>
            <a:r>
              <a:rPr lang="en-US" dirty="0"/>
              <a:t>Front-end development using HTML, CSS, JS</a:t>
            </a:r>
          </a:p>
          <a:p>
            <a:pPr>
              <a:buFont typeface="Arial" panose="020B0604020202020204" pitchFamily="34" charset="0"/>
              <a:buChar char="•"/>
            </a:pPr>
            <a:r>
              <a:rPr lang="en-US" dirty="0"/>
              <a:t>Back-end development using Node.js, Socket.io, Express.js</a:t>
            </a:r>
          </a:p>
          <a:p>
            <a:pPr>
              <a:buFont typeface="Arial" panose="020B0604020202020204" pitchFamily="34" charset="0"/>
              <a:buChar char="•"/>
            </a:pPr>
            <a:r>
              <a:rPr lang="en-US" dirty="0"/>
              <a:t>Database creation to store donor and blood information(MySQL)</a:t>
            </a:r>
          </a:p>
          <a:p>
            <a:pPr>
              <a:buFont typeface="Arial" panose="020B0604020202020204" pitchFamily="34" charset="0"/>
              <a:buChar char="•"/>
            </a:pPr>
            <a:r>
              <a:rPr lang="en-US" dirty="0"/>
              <a:t>Testing the system for errors and functionality </a:t>
            </a:r>
          </a:p>
          <a:p>
            <a:pPr>
              <a:buFont typeface="Arial" panose="020B0604020202020204" pitchFamily="34" charset="0"/>
              <a:buChar char="•"/>
            </a:pPr>
            <a:r>
              <a:rPr lang="en-US" dirty="0"/>
              <a:t>Deployment of the web application for user access</a:t>
            </a:r>
          </a:p>
          <a:p>
            <a:pPr>
              <a:buFont typeface="Arial" panose="020B0604020202020204" pitchFamily="34" charset="0"/>
              <a:buChar char="•"/>
            </a:pPr>
            <a:r>
              <a:rPr lang="en-US" dirty="0"/>
              <a:t>Collecting feedback and improving the system </a:t>
            </a:r>
          </a:p>
        </p:txBody>
      </p:sp>
    </p:spTree>
    <p:extLst>
      <p:ext uri="{BB962C8B-B14F-4D97-AF65-F5344CB8AC3E}">
        <p14:creationId xmlns:p14="http://schemas.microsoft.com/office/powerpoint/2010/main" val="29910081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DBA902-9FD0-44E8-8207-DD95117C7558}"/>
              </a:ext>
            </a:extLst>
          </p:cNvPr>
          <p:cNvSpPr>
            <a:spLocks noGrp="1"/>
          </p:cNvSpPr>
          <p:nvPr>
            <p:ph type="title"/>
          </p:nvPr>
        </p:nvSpPr>
        <p:spPr/>
        <p:txBody>
          <a:bodyPr/>
          <a:lstStyle/>
          <a:p>
            <a:r>
              <a:rPr lang="en-US" sz="4000" dirty="0">
                <a:solidFill>
                  <a:srgbClr val="0070C0"/>
                </a:solidFill>
              </a:rPr>
              <a:t>FEASIBILITY</a:t>
            </a:r>
          </a:p>
        </p:txBody>
      </p:sp>
      <p:sp>
        <p:nvSpPr>
          <p:cNvPr id="3" name="Content Placeholder 2">
            <a:extLst>
              <a:ext uri="{FF2B5EF4-FFF2-40B4-BE49-F238E27FC236}">
                <a16:creationId xmlns:a16="http://schemas.microsoft.com/office/drawing/2014/main" id="{22658EC3-2BD0-40DD-A9C7-BE8C04F9800E}"/>
              </a:ext>
            </a:extLst>
          </p:cNvPr>
          <p:cNvSpPr>
            <a:spLocks noGrp="1"/>
          </p:cNvSpPr>
          <p:nvPr>
            <p:ph sz="half" idx="2"/>
          </p:nvPr>
        </p:nvSpPr>
        <p:spPr>
          <a:xfrm>
            <a:off x="321697" y="1891543"/>
            <a:ext cx="7704704" cy="5223272"/>
          </a:xfrm>
        </p:spPr>
        <p:txBody>
          <a:bodyPr/>
          <a:lstStyle/>
          <a:p>
            <a:pPr>
              <a:buFont typeface="Arial" panose="020B0604020202020204" pitchFamily="34" charset="0"/>
              <a:buChar char="•"/>
            </a:pPr>
            <a:r>
              <a:rPr lang="en-US" dirty="0"/>
              <a:t>Technically feasible using web technologies </a:t>
            </a:r>
          </a:p>
          <a:p>
            <a:pPr>
              <a:buFont typeface="Arial" panose="020B0604020202020204" pitchFamily="34" charset="0"/>
              <a:buChar char="•"/>
            </a:pPr>
            <a:r>
              <a:rPr lang="en-US" dirty="0"/>
              <a:t>Uses common stack HTML CSS JS </a:t>
            </a:r>
          </a:p>
          <a:p>
            <a:pPr>
              <a:buFont typeface="Arial" panose="020B0604020202020204" pitchFamily="34" charset="0"/>
              <a:buChar char="•"/>
            </a:pPr>
            <a:r>
              <a:rPr lang="en-US" dirty="0"/>
              <a:t>Backend supported by Node Express MySQL </a:t>
            </a:r>
          </a:p>
          <a:p>
            <a:pPr>
              <a:buFont typeface="Arial" panose="020B0604020202020204" pitchFamily="34" charset="0"/>
              <a:buChar char="•"/>
            </a:pPr>
            <a:r>
              <a:rPr lang="en-US" dirty="0"/>
              <a:t>Socket.io enables real-time communication </a:t>
            </a:r>
          </a:p>
          <a:p>
            <a:pPr>
              <a:buFont typeface="Arial" panose="020B0604020202020204" pitchFamily="34" charset="0"/>
              <a:buChar char="•"/>
            </a:pPr>
            <a:r>
              <a:rPr lang="en-US" dirty="0"/>
              <a:t>Email notifications improve emergency response </a:t>
            </a:r>
          </a:p>
          <a:p>
            <a:pPr>
              <a:buFont typeface="Arial" panose="020B0604020202020204" pitchFamily="34" charset="0"/>
              <a:buChar char="•"/>
            </a:pPr>
            <a:r>
              <a:rPr lang="en-US" dirty="0"/>
              <a:t>Low cost development and maintenance required </a:t>
            </a:r>
          </a:p>
          <a:p>
            <a:endParaRPr lang="en-US" dirty="0"/>
          </a:p>
        </p:txBody>
      </p:sp>
      <p:pic>
        <p:nvPicPr>
          <p:cNvPr id="7" name="Picture 6">
            <a:extLst>
              <a:ext uri="{FF2B5EF4-FFF2-40B4-BE49-F238E27FC236}">
                <a16:creationId xmlns:a16="http://schemas.microsoft.com/office/drawing/2014/main" id="{F7A1C134-7AA3-41FC-B9AB-E0DCCC44984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85669" y="1430997"/>
            <a:ext cx="4285751" cy="3545840"/>
          </a:xfrm>
          <a:prstGeom prst="rect">
            <a:avLst/>
          </a:prstGeom>
          <a:effectLst>
            <a:softEdge rad="292100"/>
          </a:effectLst>
        </p:spPr>
      </p:pic>
    </p:spTree>
    <p:extLst>
      <p:ext uri="{BB962C8B-B14F-4D97-AF65-F5344CB8AC3E}">
        <p14:creationId xmlns:p14="http://schemas.microsoft.com/office/powerpoint/2010/main" val="13936914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55251EF4-A314-482F-B2DB-83B2FD856F35}"/>
              </a:ext>
            </a:extLst>
          </p:cNvPr>
          <p:cNvSpPr>
            <a:spLocks noGrp="1"/>
          </p:cNvSpPr>
          <p:nvPr>
            <p:ph type="title"/>
          </p:nvPr>
        </p:nvSpPr>
        <p:spPr>
          <a:xfrm>
            <a:off x="163850" y="126291"/>
            <a:ext cx="3019853" cy="554587"/>
          </a:xfrm>
        </p:spPr>
        <p:txBody>
          <a:bodyPr/>
          <a:lstStyle/>
          <a:p>
            <a:r>
              <a:rPr lang="en-US" dirty="0">
                <a:solidFill>
                  <a:srgbClr val="0070C0"/>
                </a:solidFill>
              </a:rPr>
              <a:t>GANTT CHART</a:t>
            </a:r>
          </a:p>
        </p:txBody>
      </p:sp>
      <p:pic>
        <p:nvPicPr>
          <p:cNvPr id="6" name="Picture 5">
            <a:extLst>
              <a:ext uri="{FF2B5EF4-FFF2-40B4-BE49-F238E27FC236}">
                <a16:creationId xmlns:a16="http://schemas.microsoft.com/office/drawing/2014/main" id="{7BE64C4B-1BE5-4719-A34B-E7148A96D83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85490" y="149426"/>
            <a:ext cx="8155933" cy="6559148"/>
          </a:xfrm>
          <a:prstGeom prst="rect">
            <a:avLst/>
          </a:prstGeom>
        </p:spPr>
      </p:pic>
      <p:sp>
        <p:nvSpPr>
          <p:cNvPr id="7" name="Content Placeholder 2">
            <a:extLst>
              <a:ext uri="{FF2B5EF4-FFF2-40B4-BE49-F238E27FC236}">
                <a16:creationId xmlns:a16="http://schemas.microsoft.com/office/drawing/2014/main" id="{4AC17D07-46B6-4527-AF5C-2C4CF78DA03A}"/>
              </a:ext>
            </a:extLst>
          </p:cNvPr>
          <p:cNvSpPr txBox="1">
            <a:spLocks/>
          </p:cNvSpPr>
          <p:nvPr/>
        </p:nvSpPr>
        <p:spPr>
          <a:xfrm>
            <a:off x="250577" y="1231143"/>
            <a:ext cx="2846400" cy="5223272"/>
          </a:xfrm>
          <a:prstGeom prst="rect">
            <a:avLst/>
          </a:prstGeom>
        </p:spPr>
        <p:txBody>
          <a:bodyPr/>
          <a:lstStyle>
            <a:lvl1pPr marL="342900" indent="-342900" algn="l" rtl="0" eaLnBrk="1" fontAlgn="base" hangingPunct="1">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i="1" dirty="0"/>
              <a:t>(For 10 Week Projected Gant Chart for Blood Donation Finder)</a:t>
            </a:r>
            <a:r>
              <a:rPr lang="en-US" dirty="0"/>
              <a:t> </a:t>
            </a:r>
          </a:p>
        </p:txBody>
      </p:sp>
    </p:spTree>
    <p:extLst>
      <p:ext uri="{BB962C8B-B14F-4D97-AF65-F5344CB8AC3E}">
        <p14:creationId xmlns:p14="http://schemas.microsoft.com/office/powerpoint/2010/main" val="32019582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DBA902-9FD0-44E8-8207-DD95117C7558}"/>
              </a:ext>
            </a:extLst>
          </p:cNvPr>
          <p:cNvSpPr>
            <a:spLocks noGrp="1"/>
          </p:cNvSpPr>
          <p:nvPr>
            <p:ph type="title"/>
          </p:nvPr>
        </p:nvSpPr>
        <p:spPr/>
        <p:txBody>
          <a:bodyPr/>
          <a:lstStyle/>
          <a:p>
            <a:r>
              <a:rPr lang="en-US" sz="4000" dirty="0">
                <a:solidFill>
                  <a:srgbClr val="0070C0"/>
                </a:solidFill>
              </a:rPr>
              <a:t>TECHNOLOGY USED</a:t>
            </a:r>
          </a:p>
        </p:txBody>
      </p:sp>
      <p:sp>
        <p:nvSpPr>
          <p:cNvPr id="3" name="Content Placeholder 2">
            <a:extLst>
              <a:ext uri="{FF2B5EF4-FFF2-40B4-BE49-F238E27FC236}">
                <a16:creationId xmlns:a16="http://schemas.microsoft.com/office/drawing/2014/main" id="{22658EC3-2BD0-40DD-A9C7-BE8C04F9800E}"/>
              </a:ext>
            </a:extLst>
          </p:cNvPr>
          <p:cNvSpPr>
            <a:spLocks noGrp="1"/>
          </p:cNvSpPr>
          <p:nvPr>
            <p:ph sz="half" idx="2"/>
          </p:nvPr>
        </p:nvSpPr>
        <p:spPr>
          <a:xfrm>
            <a:off x="199005" y="3628015"/>
            <a:ext cx="3115277" cy="2467023"/>
          </a:xfrm>
        </p:spPr>
        <p:txBody>
          <a:bodyPr/>
          <a:lstStyle/>
          <a:p>
            <a:pPr marL="0" indent="0" algn="ctr">
              <a:buNone/>
            </a:pPr>
            <a:r>
              <a:rPr lang="en-US" b="1" dirty="0">
                <a:solidFill>
                  <a:srgbClr val="7030A0"/>
                </a:solidFill>
              </a:rPr>
              <a:t>Frontend</a:t>
            </a:r>
          </a:p>
          <a:p>
            <a:pPr marL="0" indent="0" algn="ctr">
              <a:buNone/>
            </a:pPr>
            <a:endParaRPr lang="en-US" b="1" dirty="0"/>
          </a:p>
          <a:p>
            <a:pPr>
              <a:buFont typeface="Arial" panose="020B0604020202020204" pitchFamily="34" charset="0"/>
              <a:buChar char="•"/>
            </a:pPr>
            <a:r>
              <a:rPr lang="en-US" b="0" i="0" dirty="0">
                <a:effectLst/>
              </a:rPr>
              <a:t>HTML</a:t>
            </a:r>
            <a:endParaRPr lang="en-US" dirty="0"/>
          </a:p>
          <a:p>
            <a:pPr>
              <a:buFont typeface="Arial" panose="020B0604020202020204" pitchFamily="34" charset="0"/>
              <a:buChar char="•"/>
            </a:pPr>
            <a:r>
              <a:rPr lang="en-US" b="0" i="0" dirty="0">
                <a:effectLst/>
              </a:rPr>
              <a:t>CSS</a:t>
            </a:r>
            <a:endParaRPr lang="en-US" dirty="0"/>
          </a:p>
          <a:p>
            <a:pPr>
              <a:buFont typeface="Arial" panose="020B0604020202020204" pitchFamily="34" charset="0"/>
              <a:buChar char="•"/>
            </a:pPr>
            <a:r>
              <a:rPr lang="en-US" b="0" i="0" dirty="0">
                <a:effectLst/>
              </a:rPr>
              <a:t>JAVASCRIPT</a:t>
            </a:r>
            <a:endParaRPr lang="en-US" dirty="0"/>
          </a:p>
          <a:p>
            <a:pPr marL="0" indent="0">
              <a:buNone/>
            </a:pPr>
            <a:endParaRPr lang="en-US" b="1" dirty="0"/>
          </a:p>
        </p:txBody>
      </p:sp>
      <p:sp>
        <p:nvSpPr>
          <p:cNvPr id="8" name="Content Placeholder 2">
            <a:extLst>
              <a:ext uri="{FF2B5EF4-FFF2-40B4-BE49-F238E27FC236}">
                <a16:creationId xmlns:a16="http://schemas.microsoft.com/office/drawing/2014/main" id="{465C65BC-5115-418E-9313-41767982CBFC}"/>
              </a:ext>
            </a:extLst>
          </p:cNvPr>
          <p:cNvSpPr txBox="1">
            <a:spLocks/>
          </p:cNvSpPr>
          <p:nvPr/>
        </p:nvSpPr>
        <p:spPr bwMode="auto">
          <a:xfrm>
            <a:off x="4298384" y="3628015"/>
            <a:ext cx="3312410" cy="22057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1" fontAlgn="base" hangingPunct="1">
              <a:spcBef>
                <a:spcPct val="20000"/>
              </a:spcBef>
              <a:spcAft>
                <a:spcPct val="0"/>
              </a:spcAft>
              <a:buFont typeface="Arial" charset="0"/>
              <a:buChar char="•"/>
              <a:defRPr sz="2400" kern="1200">
                <a:solidFill>
                  <a:schemeClr val="tx1"/>
                </a:solidFill>
                <a:latin typeface="Arial" panose="020B0604020202020204" pitchFamily="34" charset="0"/>
                <a:ea typeface="+mn-ea"/>
                <a:cs typeface="Arial" panose="020B0604020202020204" pitchFamily="34" charset="0"/>
              </a:defRPr>
            </a:lvl1pPr>
            <a:lvl2pPr marL="742950" indent="-285750" algn="l" rtl="0" eaLnBrk="1" fontAlgn="base" hangingPunct="1">
              <a:spcBef>
                <a:spcPct val="20000"/>
              </a:spcBef>
              <a:spcAft>
                <a:spcPct val="0"/>
              </a:spcAft>
              <a:buFont typeface="Arial" charset="0"/>
              <a:buChar char="–"/>
              <a:defRPr sz="2000" kern="1200">
                <a:solidFill>
                  <a:schemeClr val="tx1"/>
                </a:solidFill>
                <a:latin typeface="Arial" panose="020B0604020202020204" pitchFamily="34" charset="0"/>
                <a:ea typeface="+mn-ea"/>
                <a:cs typeface="Arial" panose="020B0604020202020204" pitchFamily="34" charset="0"/>
              </a:defRPr>
            </a:lvl2pPr>
            <a:lvl3pPr marL="1143000" indent="-228600" algn="l" rtl="0" eaLnBrk="1" fontAlgn="base" hangingPunct="1">
              <a:spcBef>
                <a:spcPct val="20000"/>
              </a:spcBef>
              <a:spcAft>
                <a:spcPct val="0"/>
              </a:spcAft>
              <a:buFont typeface="Arial" charset="0"/>
              <a:buChar char="•"/>
              <a:defRPr sz="1800" kern="1200">
                <a:solidFill>
                  <a:schemeClr val="tx1"/>
                </a:solidFill>
                <a:latin typeface="Arial" panose="020B0604020202020204" pitchFamily="34" charset="0"/>
                <a:ea typeface="+mn-ea"/>
                <a:cs typeface="Arial" panose="020B0604020202020204" pitchFamily="34" charset="0"/>
              </a:defRPr>
            </a:lvl3pPr>
            <a:lvl4pPr marL="1600200" indent="-228600" algn="l" rtl="0" eaLnBrk="1" fontAlgn="base" hangingPunct="1">
              <a:spcBef>
                <a:spcPct val="20000"/>
              </a:spcBef>
              <a:spcAft>
                <a:spcPct val="0"/>
              </a:spcAft>
              <a:buFont typeface="Arial" charset="0"/>
              <a:buChar char="–"/>
              <a:defRPr sz="1600" kern="1200">
                <a:solidFill>
                  <a:schemeClr val="tx1"/>
                </a:solidFill>
                <a:latin typeface="Arial" panose="020B0604020202020204" pitchFamily="34" charset="0"/>
                <a:ea typeface="+mn-ea"/>
                <a:cs typeface="Arial" panose="020B0604020202020204" pitchFamily="34" charset="0"/>
              </a:defRPr>
            </a:lvl4pPr>
            <a:lvl5pPr marL="2057400" indent="-228600" algn="l" rtl="0" eaLnBrk="1" fontAlgn="base" hangingPunct="1">
              <a:spcBef>
                <a:spcPct val="20000"/>
              </a:spcBef>
              <a:spcAft>
                <a:spcPct val="0"/>
              </a:spcAft>
              <a:buFont typeface="Arial" charset="0"/>
              <a:buChar char="»"/>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9pPr>
          </a:lstStyle>
          <a:p>
            <a:pPr marL="0" indent="0" algn="ctr">
              <a:buFont typeface="Arial" charset="0"/>
              <a:buNone/>
            </a:pPr>
            <a:r>
              <a:rPr lang="en-US" b="1" dirty="0">
                <a:solidFill>
                  <a:srgbClr val="7030A0"/>
                </a:solidFill>
              </a:rPr>
              <a:t>Backend</a:t>
            </a:r>
          </a:p>
          <a:p>
            <a:pPr marL="0" indent="0" algn="ctr">
              <a:buFont typeface="Arial" charset="0"/>
              <a:buNone/>
            </a:pPr>
            <a:endParaRPr lang="en-US" b="1" dirty="0"/>
          </a:p>
          <a:p>
            <a:pPr>
              <a:buFont typeface="Arial" panose="020B0604020202020204" pitchFamily="34" charset="0"/>
              <a:buChar char="•"/>
            </a:pPr>
            <a:r>
              <a:rPr lang="en-US" b="0" i="0" dirty="0">
                <a:effectLst/>
              </a:rPr>
              <a:t>NodeJS</a:t>
            </a:r>
            <a:endParaRPr lang="en-US" dirty="0"/>
          </a:p>
          <a:p>
            <a:pPr>
              <a:buFont typeface="Arial" panose="020B0604020202020204" pitchFamily="34" charset="0"/>
              <a:buChar char="•"/>
            </a:pPr>
            <a:r>
              <a:rPr lang="en-US" b="0" i="0" dirty="0">
                <a:effectLst/>
              </a:rPr>
              <a:t>Socket.io</a:t>
            </a:r>
            <a:endParaRPr lang="en-US" dirty="0"/>
          </a:p>
          <a:p>
            <a:pPr>
              <a:buFont typeface="Arial" panose="020B0604020202020204" pitchFamily="34" charset="0"/>
              <a:buChar char="•"/>
            </a:pPr>
            <a:r>
              <a:rPr lang="en-US" b="0" i="0" dirty="0">
                <a:effectLst/>
              </a:rPr>
              <a:t>Express.js</a:t>
            </a:r>
            <a:endParaRPr lang="en-US" dirty="0"/>
          </a:p>
          <a:p>
            <a:pPr marL="0" indent="0">
              <a:buFont typeface="Arial" charset="0"/>
              <a:buNone/>
            </a:pPr>
            <a:endParaRPr lang="en-US" b="1" dirty="0"/>
          </a:p>
        </p:txBody>
      </p:sp>
      <p:sp>
        <p:nvSpPr>
          <p:cNvPr id="9" name="Content Placeholder 2">
            <a:extLst>
              <a:ext uri="{FF2B5EF4-FFF2-40B4-BE49-F238E27FC236}">
                <a16:creationId xmlns:a16="http://schemas.microsoft.com/office/drawing/2014/main" id="{06ADDAEF-08A3-461D-AA13-8584BA0C1469}"/>
              </a:ext>
            </a:extLst>
          </p:cNvPr>
          <p:cNvSpPr txBox="1">
            <a:spLocks/>
          </p:cNvSpPr>
          <p:nvPr/>
        </p:nvSpPr>
        <p:spPr bwMode="auto">
          <a:xfrm>
            <a:off x="8537946" y="3628015"/>
            <a:ext cx="3312410" cy="22057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1" fontAlgn="base" hangingPunct="1">
              <a:spcBef>
                <a:spcPct val="20000"/>
              </a:spcBef>
              <a:spcAft>
                <a:spcPct val="0"/>
              </a:spcAft>
              <a:buFont typeface="Arial" charset="0"/>
              <a:buChar char="•"/>
              <a:defRPr sz="2400" kern="1200">
                <a:solidFill>
                  <a:schemeClr val="tx1"/>
                </a:solidFill>
                <a:latin typeface="Arial" panose="020B0604020202020204" pitchFamily="34" charset="0"/>
                <a:ea typeface="+mn-ea"/>
                <a:cs typeface="Arial" panose="020B0604020202020204" pitchFamily="34" charset="0"/>
              </a:defRPr>
            </a:lvl1pPr>
            <a:lvl2pPr marL="742950" indent="-285750" algn="l" rtl="0" eaLnBrk="1" fontAlgn="base" hangingPunct="1">
              <a:spcBef>
                <a:spcPct val="20000"/>
              </a:spcBef>
              <a:spcAft>
                <a:spcPct val="0"/>
              </a:spcAft>
              <a:buFont typeface="Arial" charset="0"/>
              <a:buChar char="–"/>
              <a:defRPr sz="2000" kern="1200">
                <a:solidFill>
                  <a:schemeClr val="tx1"/>
                </a:solidFill>
                <a:latin typeface="Arial" panose="020B0604020202020204" pitchFamily="34" charset="0"/>
                <a:ea typeface="+mn-ea"/>
                <a:cs typeface="Arial" panose="020B0604020202020204" pitchFamily="34" charset="0"/>
              </a:defRPr>
            </a:lvl2pPr>
            <a:lvl3pPr marL="1143000" indent="-228600" algn="l" rtl="0" eaLnBrk="1" fontAlgn="base" hangingPunct="1">
              <a:spcBef>
                <a:spcPct val="20000"/>
              </a:spcBef>
              <a:spcAft>
                <a:spcPct val="0"/>
              </a:spcAft>
              <a:buFont typeface="Arial" charset="0"/>
              <a:buChar char="•"/>
              <a:defRPr sz="1800" kern="1200">
                <a:solidFill>
                  <a:schemeClr val="tx1"/>
                </a:solidFill>
                <a:latin typeface="Arial" panose="020B0604020202020204" pitchFamily="34" charset="0"/>
                <a:ea typeface="+mn-ea"/>
                <a:cs typeface="Arial" panose="020B0604020202020204" pitchFamily="34" charset="0"/>
              </a:defRPr>
            </a:lvl3pPr>
            <a:lvl4pPr marL="1600200" indent="-228600" algn="l" rtl="0" eaLnBrk="1" fontAlgn="base" hangingPunct="1">
              <a:spcBef>
                <a:spcPct val="20000"/>
              </a:spcBef>
              <a:spcAft>
                <a:spcPct val="0"/>
              </a:spcAft>
              <a:buFont typeface="Arial" charset="0"/>
              <a:buChar char="–"/>
              <a:defRPr sz="1600" kern="1200">
                <a:solidFill>
                  <a:schemeClr val="tx1"/>
                </a:solidFill>
                <a:latin typeface="Arial" panose="020B0604020202020204" pitchFamily="34" charset="0"/>
                <a:ea typeface="+mn-ea"/>
                <a:cs typeface="Arial" panose="020B0604020202020204" pitchFamily="34" charset="0"/>
              </a:defRPr>
            </a:lvl4pPr>
            <a:lvl5pPr marL="2057400" indent="-228600" algn="l" rtl="0" eaLnBrk="1" fontAlgn="base" hangingPunct="1">
              <a:spcBef>
                <a:spcPct val="20000"/>
              </a:spcBef>
              <a:spcAft>
                <a:spcPct val="0"/>
              </a:spcAft>
              <a:buFont typeface="Arial" charset="0"/>
              <a:buChar char="»"/>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9pPr>
          </a:lstStyle>
          <a:p>
            <a:pPr marL="0" indent="0" algn="ctr">
              <a:buFont typeface="Arial" charset="0"/>
              <a:buNone/>
            </a:pPr>
            <a:r>
              <a:rPr lang="en-US" b="1" dirty="0">
                <a:solidFill>
                  <a:srgbClr val="7030A0"/>
                </a:solidFill>
              </a:rPr>
              <a:t>Database</a:t>
            </a:r>
          </a:p>
          <a:p>
            <a:pPr marL="0" indent="0" algn="ctr">
              <a:buFont typeface="Arial" charset="0"/>
              <a:buNone/>
            </a:pPr>
            <a:endParaRPr lang="en-US" b="1" dirty="0"/>
          </a:p>
          <a:p>
            <a:pPr>
              <a:buFont typeface="Arial" panose="020B0604020202020204" pitchFamily="34" charset="0"/>
              <a:buChar char="•"/>
            </a:pPr>
            <a:r>
              <a:rPr lang="en-US" b="0" i="0" dirty="0">
                <a:effectLst/>
              </a:rPr>
              <a:t>MYSQL</a:t>
            </a:r>
            <a:endParaRPr lang="en-US" b="1" dirty="0"/>
          </a:p>
        </p:txBody>
      </p:sp>
      <p:pic>
        <p:nvPicPr>
          <p:cNvPr id="11" name="Picture 10">
            <a:extLst>
              <a:ext uri="{FF2B5EF4-FFF2-40B4-BE49-F238E27FC236}">
                <a16:creationId xmlns:a16="http://schemas.microsoft.com/office/drawing/2014/main" id="{809DD74A-9996-4C34-B44A-CF06BD495F79}"/>
              </a:ext>
            </a:extLst>
          </p:cNvPr>
          <p:cNvPicPr>
            <a:picLocks noChangeAspect="1"/>
          </p:cNvPicPr>
          <p:nvPr/>
        </p:nvPicPr>
        <p:blipFill>
          <a:blip r:embed="rId2"/>
          <a:stretch>
            <a:fillRect/>
          </a:stretch>
        </p:blipFill>
        <p:spPr>
          <a:xfrm>
            <a:off x="240872" y="1502900"/>
            <a:ext cx="2773633" cy="1660490"/>
          </a:xfrm>
          <a:prstGeom prst="rect">
            <a:avLst/>
          </a:prstGeom>
        </p:spPr>
      </p:pic>
      <p:pic>
        <p:nvPicPr>
          <p:cNvPr id="13" name="Picture 12">
            <a:extLst>
              <a:ext uri="{FF2B5EF4-FFF2-40B4-BE49-F238E27FC236}">
                <a16:creationId xmlns:a16="http://schemas.microsoft.com/office/drawing/2014/main" id="{88245852-23B8-4298-9D60-6220193DB8E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107334" y="1738418"/>
            <a:ext cx="3312410" cy="1557595"/>
          </a:xfrm>
          <a:prstGeom prst="rect">
            <a:avLst/>
          </a:prstGeom>
        </p:spPr>
      </p:pic>
      <p:pic>
        <p:nvPicPr>
          <p:cNvPr id="15" name="Picture 14">
            <a:extLst>
              <a:ext uri="{FF2B5EF4-FFF2-40B4-BE49-F238E27FC236}">
                <a16:creationId xmlns:a16="http://schemas.microsoft.com/office/drawing/2014/main" id="{49FB44C7-29FD-4333-A34A-DDCF1C6C65D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82007" y="1228590"/>
            <a:ext cx="2053213" cy="2321115"/>
          </a:xfrm>
          <a:prstGeom prst="rect">
            <a:avLst/>
          </a:prstGeom>
        </p:spPr>
      </p:pic>
      <p:sp>
        <p:nvSpPr>
          <p:cNvPr id="16" name="Rectangle 15">
            <a:extLst>
              <a:ext uri="{FF2B5EF4-FFF2-40B4-BE49-F238E27FC236}">
                <a16:creationId xmlns:a16="http://schemas.microsoft.com/office/drawing/2014/main" id="{B4C6BEBF-9A1B-45A5-95FC-220D83CD1712}"/>
              </a:ext>
            </a:extLst>
          </p:cNvPr>
          <p:cNvSpPr/>
          <p:nvPr/>
        </p:nvSpPr>
        <p:spPr>
          <a:xfrm>
            <a:off x="3614060" y="1273705"/>
            <a:ext cx="45719" cy="508259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Rectangle 16">
            <a:extLst>
              <a:ext uri="{FF2B5EF4-FFF2-40B4-BE49-F238E27FC236}">
                <a16:creationId xmlns:a16="http://schemas.microsoft.com/office/drawing/2014/main" id="{DB5F1DBA-80D7-4FE0-86A9-09EDDDB048E0}"/>
              </a:ext>
            </a:extLst>
          </p:cNvPr>
          <p:cNvSpPr/>
          <p:nvPr/>
        </p:nvSpPr>
        <p:spPr>
          <a:xfrm>
            <a:off x="8106739" y="1273705"/>
            <a:ext cx="45719" cy="508259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5871039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8C9B84-0087-4663-8EF4-B75C74251E49}"/>
              </a:ext>
            </a:extLst>
          </p:cNvPr>
          <p:cNvSpPr>
            <a:spLocks noGrp="1"/>
          </p:cNvSpPr>
          <p:nvPr>
            <p:ph type="title"/>
          </p:nvPr>
        </p:nvSpPr>
        <p:spPr/>
        <p:txBody>
          <a:bodyPr/>
          <a:lstStyle/>
          <a:p>
            <a:r>
              <a:rPr lang="en-US" sz="4000" dirty="0">
                <a:solidFill>
                  <a:srgbClr val="0070C0"/>
                </a:solidFill>
              </a:rPr>
              <a:t>COMPARATIVE STUDY</a:t>
            </a:r>
          </a:p>
        </p:txBody>
      </p:sp>
      <p:sp>
        <p:nvSpPr>
          <p:cNvPr id="3" name="Content Placeholder 2">
            <a:extLst>
              <a:ext uri="{FF2B5EF4-FFF2-40B4-BE49-F238E27FC236}">
                <a16:creationId xmlns:a16="http://schemas.microsoft.com/office/drawing/2014/main" id="{EE5E76C8-19A0-47A0-A3F6-DBC9ED07E919}"/>
              </a:ext>
            </a:extLst>
          </p:cNvPr>
          <p:cNvSpPr>
            <a:spLocks noGrp="1"/>
          </p:cNvSpPr>
          <p:nvPr>
            <p:ph sz="half" idx="2"/>
          </p:nvPr>
        </p:nvSpPr>
        <p:spPr>
          <a:xfrm>
            <a:off x="6725464" y="2104902"/>
            <a:ext cx="5073264" cy="3808217"/>
          </a:xfrm>
          <a:solidFill>
            <a:schemeClr val="accent2">
              <a:lumMod val="20000"/>
              <a:lumOff val="80000"/>
            </a:schemeClr>
          </a:solidFill>
        </p:spPr>
        <p:txBody>
          <a:bodyPr/>
          <a:lstStyle/>
          <a:p>
            <a:pPr marL="0" indent="0">
              <a:buNone/>
            </a:pPr>
            <a:r>
              <a:rPr lang="en-US" b="1" dirty="0">
                <a:solidFill>
                  <a:srgbClr val="7030A0"/>
                </a:solidFill>
              </a:rPr>
              <a:t>Existing Blood Donation Apps vs Our Project</a:t>
            </a:r>
          </a:p>
          <a:p>
            <a:pPr marL="0" indent="0">
              <a:buNone/>
            </a:pPr>
            <a:endParaRPr lang="en-US" b="1" dirty="0"/>
          </a:p>
          <a:p>
            <a:pPr>
              <a:buFont typeface="Arial" panose="020B0604020202020204" pitchFamily="34" charset="0"/>
              <a:buChar char="•"/>
            </a:pPr>
            <a:r>
              <a:rPr lang="en-US" dirty="0"/>
              <a:t>Existing apps: Limited features / slow updates </a:t>
            </a:r>
          </a:p>
          <a:p>
            <a:pPr>
              <a:buFont typeface="Arial" panose="020B0604020202020204" pitchFamily="34" charset="0"/>
              <a:buChar char="•"/>
            </a:pPr>
            <a:r>
              <a:rPr lang="en-US" dirty="0"/>
              <a:t>Our system: Real-time communication + email alerts </a:t>
            </a:r>
          </a:p>
        </p:txBody>
      </p:sp>
      <p:sp>
        <p:nvSpPr>
          <p:cNvPr id="4" name="Content Placeholder 2">
            <a:extLst>
              <a:ext uri="{FF2B5EF4-FFF2-40B4-BE49-F238E27FC236}">
                <a16:creationId xmlns:a16="http://schemas.microsoft.com/office/drawing/2014/main" id="{8D5977F0-4A75-4F81-9C97-A86F50BE94F1}"/>
              </a:ext>
            </a:extLst>
          </p:cNvPr>
          <p:cNvSpPr txBox="1">
            <a:spLocks/>
          </p:cNvSpPr>
          <p:nvPr/>
        </p:nvSpPr>
        <p:spPr bwMode="auto">
          <a:xfrm>
            <a:off x="393272" y="2104903"/>
            <a:ext cx="5073264" cy="3808217"/>
          </a:xfrm>
          <a:prstGeom prst="rect">
            <a:avLst/>
          </a:prstGeom>
          <a:solidFill>
            <a:schemeClr val="accent2">
              <a:lumMod val="20000"/>
              <a:lumOff val="80000"/>
            </a:schemeClr>
          </a:solidFill>
          <a:ln>
            <a:noFill/>
          </a:ln>
        </p:spPr>
        <p:txBody>
          <a:bodyPr vert="horz" wrap="square" lIns="91440" tIns="45720" rIns="91440" bIns="45720" numCol="1" anchor="t" anchorCtr="0" compatLnSpc="1">
            <a:prstTxWarp prst="textNoShape">
              <a:avLst/>
            </a:prstTxWarp>
          </a:bodyPr>
          <a:lstStyle>
            <a:lvl1pPr marL="342900" indent="-342900" algn="l" rtl="0" eaLnBrk="1" fontAlgn="base" hangingPunct="1">
              <a:spcBef>
                <a:spcPct val="20000"/>
              </a:spcBef>
              <a:spcAft>
                <a:spcPct val="0"/>
              </a:spcAft>
              <a:buFont typeface="Arial" charset="0"/>
              <a:buChar char="•"/>
              <a:defRPr sz="2400" kern="1200">
                <a:solidFill>
                  <a:schemeClr val="tx1"/>
                </a:solidFill>
                <a:latin typeface="Arial" panose="020B0604020202020204" pitchFamily="34" charset="0"/>
                <a:ea typeface="+mn-ea"/>
                <a:cs typeface="Arial" panose="020B0604020202020204" pitchFamily="34" charset="0"/>
              </a:defRPr>
            </a:lvl1pPr>
            <a:lvl2pPr marL="742950" indent="-285750" algn="l" rtl="0" eaLnBrk="1" fontAlgn="base" hangingPunct="1">
              <a:spcBef>
                <a:spcPct val="20000"/>
              </a:spcBef>
              <a:spcAft>
                <a:spcPct val="0"/>
              </a:spcAft>
              <a:buFont typeface="Arial" charset="0"/>
              <a:buChar char="–"/>
              <a:defRPr sz="2000" kern="1200">
                <a:solidFill>
                  <a:schemeClr val="tx1"/>
                </a:solidFill>
                <a:latin typeface="Arial" panose="020B0604020202020204" pitchFamily="34" charset="0"/>
                <a:ea typeface="+mn-ea"/>
                <a:cs typeface="Arial" panose="020B0604020202020204" pitchFamily="34" charset="0"/>
              </a:defRPr>
            </a:lvl2pPr>
            <a:lvl3pPr marL="1143000" indent="-228600" algn="l" rtl="0" eaLnBrk="1" fontAlgn="base" hangingPunct="1">
              <a:spcBef>
                <a:spcPct val="20000"/>
              </a:spcBef>
              <a:spcAft>
                <a:spcPct val="0"/>
              </a:spcAft>
              <a:buFont typeface="Arial" charset="0"/>
              <a:buChar char="•"/>
              <a:defRPr sz="1800" kern="1200">
                <a:solidFill>
                  <a:schemeClr val="tx1"/>
                </a:solidFill>
                <a:latin typeface="Arial" panose="020B0604020202020204" pitchFamily="34" charset="0"/>
                <a:ea typeface="+mn-ea"/>
                <a:cs typeface="Arial" panose="020B0604020202020204" pitchFamily="34" charset="0"/>
              </a:defRPr>
            </a:lvl3pPr>
            <a:lvl4pPr marL="1600200" indent="-228600" algn="l" rtl="0" eaLnBrk="1" fontAlgn="base" hangingPunct="1">
              <a:spcBef>
                <a:spcPct val="20000"/>
              </a:spcBef>
              <a:spcAft>
                <a:spcPct val="0"/>
              </a:spcAft>
              <a:buFont typeface="Arial" charset="0"/>
              <a:buChar char="–"/>
              <a:defRPr sz="1600" kern="1200">
                <a:solidFill>
                  <a:schemeClr val="tx1"/>
                </a:solidFill>
                <a:latin typeface="Arial" panose="020B0604020202020204" pitchFamily="34" charset="0"/>
                <a:ea typeface="+mn-ea"/>
                <a:cs typeface="Arial" panose="020B0604020202020204" pitchFamily="34" charset="0"/>
              </a:defRPr>
            </a:lvl4pPr>
            <a:lvl5pPr marL="2057400" indent="-228600" algn="l" rtl="0" eaLnBrk="1" fontAlgn="base" hangingPunct="1">
              <a:spcBef>
                <a:spcPct val="20000"/>
              </a:spcBef>
              <a:spcAft>
                <a:spcPct val="0"/>
              </a:spcAft>
              <a:buFont typeface="Arial" charset="0"/>
              <a:buChar char="»"/>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9pPr>
          </a:lstStyle>
          <a:p>
            <a:pPr marL="0" indent="0">
              <a:buFont typeface="Arial" charset="0"/>
              <a:buNone/>
            </a:pPr>
            <a:r>
              <a:rPr lang="en-US" b="1" dirty="0">
                <a:solidFill>
                  <a:srgbClr val="7030A0"/>
                </a:solidFill>
              </a:rPr>
              <a:t>Traditional System vs Our Web App</a:t>
            </a:r>
          </a:p>
          <a:p>
            <a:pPr marL="0" indent="0">
              <a:buFont typeface="Arial" charset="0"/>
              <a:buNone/>
            </a:pPr>
            <a:endParaRPr lang="en-US" b="1" dirty="0"/>
          </a:p>
          <a:p>
            <a:pPr>
              <a:buFont typeface="Arial" panose="020B0604020202020204" pitchFamily="34" charset="0"/>
              <a:buChar char="•"/>
            </a:pPr>
            <a:r>
              <a:rPr lang="en-US" dirty="0"/>
              <a:t>Traditional: Phone calls / manual search </a:t>
            </a:r>
          </a:p>
          <a:p>
            <a:pPr>
              <a:buFont typeface="Arial" panose="020B0604020202020204" pitchFamily="34" charset="0"/>
              <a:buChar char="•"/>
            </a:pPr>
            <a:r>
              <a:rPr lang="en-US" dirty="0"/>
              <a:t>Our system: Fast online donor connection</a:t>
            </a:r>
          </a:p>
          <a:p>
            <a:endParaRPr lang="en-US" dirty="0"/>
          </a:p>
        </p:txBody>
      </p:sp>
    </p:spTree>
    <p:extLst>
      <p:ext uri="{BB962C8B-B14F-4D97-AF65-F5344CB8AC3E}">
        <p14:creationId xmlns:p14="http://schemas.microsoft.com/office/powerpoint/2010/main" val="3362862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8C9B84-0087-4663-8EF4-B75C74251E49}"/>
              </a:ext>
            </a:extLst>
          </p:cNvPr>
          <p:cNvSpPr>
            <a:spLocks noGrp="1"/>
          </p:cNvSpPr>
          <p:nvPr>
            <p:ph type="title"/>
          </p:nvPr>
        </p:nvSpPr>
        <p:spPr/>
        <p:txBody>
          <a:bodyPr/>
          <a:lstStyle/>
          <a:p>
            <a:r>
              <a:rPr lang="en-US" sz="4000" dirty="0">
                <a:solidFill>
                  <a:srgbClr val="0070C0"/>
                </a:solidFill>
              </a:rPr>
              <a:t>COMPARATIVE STUDY(CONT..)</a:t>
            </a:r>
          </a:p>
        </p:txBody>
      </p:sp>
      <p:sp>
        <p:nvSpPr>
          <p:cNvPr id="3" name="Content Placeholder 2">
            <a:extLst>
              <a:ext uri="{FF2B5EF4-FFF2-40B4-BE49-F238E27FC236}">
                <a16:creationId xmlns:a16="http://schemas.microsoft.com/office/drawing/2014/main" id="{EE5E76C8-19A0-47A0-A3F6-DBC9ED07E919}"/>
              </a:ext>
            </a:extLst>
          </p:cNvPr>
          <p:cNvSpPr>
            <a:spLocks noGrp="1"/>
          </p:cNvSpPr>
          <p:nvPr>
            <p:ph sz="half" idx="2"/>
          </p:nvPr>
        </p:nvSpPr>
        <p:spPr>
          <a:xfrm>
            <a:off x="6725464" y="2104902"/>
            <a:ext cx="5151688" cy="3808217"/>
          </a:xfrm>
          <a:solidFill>
            <a:schemeClr val="accent2">
              <a:lumMod val="20000"/>
              <a:lumOff val="80000"/>
            </a:schemeClr>
          </a:solidFill>
        </p:spPr>
        <p:txBody>
          <a:bodyPr/>
          <a:lstStyle/>
          <a:p>
            <a:pPr marL="0" indent="0">
              <a:buNone/>
            </a:pPr>
            <a:r>
              <a:rPr lang="en-US" b="1" dirty="0">
                <a:solidFill>
                  <a:srgbClr val="7030A0"/>
                </a:solidFill>
              </a:rPr>
              <a:t>Awareness System</a:t>
            </a:r>
          </a:p>
          <a:p>
            <a:pPr marL="0" indent="0">
              <a:buNone/>
            </a:pPr>
            <a:r>
              <a:rPr lang="en-US" b="1" dirty="0"/>
              <a:t>	</a:t>
            </a:r>
          </a:p>
          <a:p>
            <a:pPr>
              <a:buFont typeface="Arial" panose="020B0604020202020204" pitchFamily="34" charset="0"/>
              <a:buChar char="•"/>
            </a:pPr>
            <a:r>
              <a:rPr lang="en-US" dirty="0"/>
              <a:t>Traditional: Low awareness, offline campaigns </a:t>
            </a:r>
          </a:p>
          <a:p>
            <a:pPr>
              <a:buFont typeface="Arial" panose="020B0604020202020204" pitchFamily="34" charset="0"/>
              <a:buChar char="•"/>
            </a:pPr>
            <a:r>
              <a:rPr lang="en-US" dirty="0"/>
              <a:t>Our system: Easy digital access for everyone </a:t>
            </a:r>
          </a:p>
        </p:txBody>
      </p:sp>
      <p:sp>
        <p:nvSpPr>
          <p:cNvPr id="4" name="Content Placeholder 2">
            <a:extLst>
              <a:ext uri="{FF2B5EF4-FFF2-40B4-BE49-F238E27FC236}">
                <a16:creationId xmlns:a16="http://schemas.microsoft.com/office/drawing/2014/main" id="{8D5977F0-4A75-4F81-9C97-A86F50BE94F1}"/>
              </a:ext>
            </a:extLst>
          </p:cNvPr>
          <p:cNvSpPr txBox="1">
            <a:spLocks/>
          </p:cNvSpPr>
          <p:nvPr/>
        </p:nvSpPr>
        <p:spPr bwMode="auto">
          <a:xfrm>
            <a:off x="393272" y="2104903"/>
            <a:ext cx="5073264" cy="3808217"/>
          </a:xfrm>
          <a:prstGeom prst="rect">
            <a:avLst/>
          </a:prstGeom>
          <a:solidFill>
            <a:schemeClr val="accent2">
              <a:lumMod val="20000"/>
              <a:lumOff val="80000"/>
            </a:schemeClr>
          </a:solidFill>
          <a:ln>
            <a:noFill/>
          </a:ln>
        </p:spPr>
        <p:txBody>
          <a:bodyPr vert="horz" wrap="square" lIns="91440" tIns="45720" rIns="91440" bIns="45720" numCol="1" anchor="t" anchorCtr="0" compatLnSpc="1">
            <a:prstTxWarp prst="textNoShape">
              <a:avLst/>
            </a:prstTxWarp>
          </a:bodyPr>
          <a:lstStyle>
            <a:lvl1pPr marL="342900" indent="-342900" algn="l" rtl="0" eaLnBrk="1" fontAlgn="base" hangingPunct="1">
              <a:spcBef>
                <a:spcPct val="20000"/>
              </a:spcBef>
              <a:spcAft>
                <a:spcPct val="0"/>
              </a:spcAft>
              <a:buFont typeface="Arial" charset="0"/>
              <a:buChar char="•"/>
              <a:defRPr sz="2400" kern="1200">
                <a:solidFill>
                  <a:schemeClr val="tx1"/>
                </a:solidFill>
                <a:latin typeface="Arial" panose="020B0604020202020204" pitchFamily="34" charset="0"/>
                <a:ea typeface="+mn-ea"/>
                <a:cs typeface="Arial" panose="020B0604020202020204" pitchFamily="34" charset="0"/>
              </a:defRPr>
            </a:lvl1pPr>
            <a:lvl2pPr marL="742950" indent="-285750" algn="l" rtl="0" eaLnBrk="1" fontAlgn="base" hangingPunct="1">
              <a:spcBef>
                <a:spcPct val="20000"/>
              </a:spcBef>
              <a:spcAft>
                <a:spcPct val="0"/>
              </a:spcAft>
              <a:buFont typeface="Arial" charset="0"/>
              <a:buChar char="–"/>
              <a:defRPr sz="2000" kern="1200">
                <a:solidFill>
                  <a:schemeClr val="tx1"/>
                </a:solidFill>
                <a:latin typeface="Arial" panose="020B0604020202020204" pitchFamily="34" charset="0"/>
                <a:ea typeface="+mn-ea"/>
                <a:cs typeface="Arial" panose="020B0604020202020204" pitchFamily="34" charset="0"/>
              </a:defRPr>
            </a:lvl2pPr>
            <a:lvl3pPr marL="1143000" indent="-228600" algn="l" rtl="0" eaLnBrk="1" fontAlgn="base" hangingPunct="1">
              <a:spcBef>
                <a:spcPct val="20000"/>
              </a:spcBef>
              <a:spcAft>
                <a:spcPct val="0"/>
              </a:spcAft>
              <a:buFont typeface="Arial" charset="0"/>
              <a:buChar char="•"/>
              <a:defRPr sz="1800" kern="1200">
                <a:solidFill>
                  <a:schemeClr val="tx1"/>
                </a:solidFill>
                <a:latin typeface="Arial" panose="020B0604020202020204" pitchFamily="34" charset="0"/>
                <a:ea typeface="+mn-ea"/>
                <a:cs typeface="Arial" panose="020B0604020202020204" pitchFamily="34" charset="0"/>
              </a:defRPr>
            </a:lvl3pPr>
            <a:lvl4pPr marL="1600200" indent="-228600" algn="l" rtl="0" eaLnBrk="1" fontAlgn="base" hangingPunct="1">
              <a:spcBef>
                <a:spcPct val="20000"/>
              </a:spcBef>
              <a:spcAft>
                <a:spcPct val="0"/>
              </a:spcAft>
              <a:buFont typeface="Arial" charset="0"/>
              <a:buChar char="–"/>
              <a:defRPr sz="1600" kern="1200">
                <a:solidFill>
                  <a:schemeClr val="tx1"/>
                </a:solidFill>
                <a:latin typeface="Arial" panose="020B0604020202020204" pitchFamily="34" charset="0"/>
                <a:ea typeface="+mn-ea"/>
                <a:cs typeface="Arial" panose="020B0604020202020204" pitchFamily="34" charset="0"/>
              </a:defRPr>
            </a:lvl4pPr>
            <a:lvl5pPr marL="2057400" indent="-228600" algn="l" rtl="0" eaLnBrk="1" fontAlgn="base" hangingPunct="1">
              <a:spcBef>
                <a:spcPct val="20000"/>
              </a:spcBef>
              <a:spcAft>
                <a:spcPct val="0"/>
              </a:spcAft>
              <a:buFont typeface="Arial" charset="0"/>
              <a:buChar char="»"/>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9pPr>
          </a:lstStyle>
          <a:p>
            <a:pPr marL="0" indent="0">
              <a:buNone/>
            </a:pPr>
            <a:r>
              <a:rPr lang="en-US" b="1" dirty="0">
                <a:solidFill>
                  <a:srgbClr val="7030A0"/>
                </a:solidFill>
              </a:rPr>
              <a:t>Manual Records vs Database System</a:t>
            </a:r>
          </a:p>
          <a:p>
            <a:pPr marL="0" indent="0">
              <a:buNone/>
            </a:pPr>
            <a:endParaRPr lang="en-US" b="1" dirty="0"/>
          </a:p>
          <a:p>
            <a:pPr>
              <a:buFont typeface="Arial" panose="020B0604020202020204" pitchFamily="34" charset="0"/>
              <a:buChar char="•"/>
            </a:pPr>
            <a:r>
              <a:rPr lang="en-US" dirty="0"/>
              <a:t>Manual: Paper-based, error-prone </a:t>
            </a:r>
          </a:p>
          <a:p>
            <a:pPr>
              <a:buFont typeface="Arial" panose="020B0604020202020204" pitchFamily="34" charset="0"/>
              <a:buChar char="•"/>
            </a:pPr>
            <a:r>
              <a:rPr lang="en-US" dirty="0"/>
              <a:t>Our system: Structured MySQL database </a:t>
            </a:r>
          </a:p>
        </p:txBody>
      </p:sp>
    </p:spTree>
    <p:extLst>
      <p:ext uri="{BB962C8B-B14F-4D97-AF65-F5344CB8AC3E}">
        <p14:creationId xmlns:p14="http://schemas.microsoft.com/office/powerpoint/2010/main" val="14056633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2FF939-3D57-4739-97F7-CD8058C26725}"/>
              </a:ext>
            </a:extLst>
          </p:cNvPr>
          <p:cNvSpPr>
            <a:spLocks noGrp="1"/>
          </p:cNvSpPr>
          <p:nvPr>
            <p:ph type="title"/>
          </p:nvPr>
        </p:nvSpPr>
        <p:spPr/>
        <p:txBody>
          <a:bodyPr/>
          <a:lstStyle/>
          <a:p>
            <a:r>
              <a:rPr lang="en-US" sz="4000" dirty="0">
                <a:solidFill>
                  <a:srgbClr val="0070C0"/>
                </a:solidFill>
              </a:rPr>
              <a:t>CONCLUSION</a:t>
            </a:r>
          </a:p>
        </p:txBody>
      </p:sp>
      <p:sp>
        <p:nvSpPr>
          <p:cNvPr id="3" name="Content Placeholder 2">
            <a:extLst>
              <a:ext uri="{FF2B5EF4-FFF2-40B4-BE49-F238E27FC236}">
                <a16:creationId xmlns:a16="http://schemas.microsoft.com/office/drawing/2014/main" id="{E14A7C14-E788-4098-A2E8-101C570D99F1}"/>
              </a:ext>
            </a:extLst>
          </p:cNvPr>
          <p:cNvSpPr>
            <a:spLocks noGrp="1"/>
          </p:cNvSpPr>
          <p:nvPr>
            <p:ph sz="half" idx="2"/>
          </p:nvPr>
        </p:nvSpPr>
        <p:spPr>
          <a:xfrm>
            <a:off x="240872" y="1634728"/>
            <a:ext cx="6810624" cy="5223272"/>
          </a:xfrm>
        </p:spPr>
        <p:txBody>
          <a:bodyPr/>
          <a:lstStyle/>
          <a:p>
            <a:pPr marL="0" indent="0">
              <a:buNone/>
            </a:pPr>
            <a:r>
              <a:rPr lang="en-US" dirty="0"/>
              <a:t>So, this project aims to develop a fast and reliable blood donation web application to improve emergency blood access and reduce delays in critical situations. It will be developed over a 10-week timeline using compatible technologies. Overall, it provides an efficient and simple solution to improve blood availability and save lives.</a:t>
            </a:r>
          </a:p>
        </p:txBody>
      </p:sp>
      <p:pic>
        <p:nvPicPr>
          <p:cNvPr id="5" name="Picture 4">
            <a:extLst>
              <a:ext uri="{FF2B5EF4-FFF2-40B4-BE49-F238E27FC236}">
                <a16:creationId xmlns:a16="http://schemas.microsoft.com/office/drawing/2014/main" id="{420EC28C-57C7-456A-B4D2-FC79C2D795A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00844" y="1175657"/>
            <a:ext cx="3858936" cy="5144756"/>
          </a:xfrm>
          <a:prstGeom prst="rect">
            <a:avLst/>
          </a:prstGeom>
        </p:spPr>
      </p:pic>
    </p:spTree>
    <p:extLst>
      <p:ext uri="{BB962C8B-B14F-4D97-AF65-F5344CB8AC3E}">
        <p14:creationId xmlns:p14="http://schemas.microsoft.com/office/powerpoint/2010/main" val="221553123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dirty="0">
              <a:latin typeface="Arial" panose="020B0604020202020204" pitchFamily="34" charset="0"/>
              <a:cs typeface="Arial" panose="020B0604020202020204" pitchFamily="34" charset="0"/>
            </a:endParaRPr>
          </a:p>
        </p:txBody>
      </p:sp>
      <p:pic>
        <p:nvPicPr>
          <p:cNvPr id="4" name="Picture 3">
            <a:extLst>
              <a:ext uri="{FF2B5EF4-FFF2-40B4-BE49-F238E27FC236}">
                <a16:creationId xmlns:a16="http://schemas.microsoft.com/office/drawing/2014/main" id="{F7A4CE08-6B85-40EA-8242-014C28969D1A}"/>
              </a:ext>
            </a:extLst>
          </p:cNvPr>
          <p:cNvPicPr>
            <a:picLocks noChangeAspect="1"/>
          </p:cNvPicPr>
          <p:nvPr/>
        </p:nvPicPr>
        <p:blipFill>
          <a:blip r:embed="rId2"/>
          <a:stretch>
            <a:fillRect/>
          </a:stretch>
        </p:blipFill>
        <p:spPr>
          <a:xfrm>
            <a:off x="3009469" y="1747603"/>
            <a:ext cx="6173061" cy="3362794"/>
          </a:xfrm>
          <a:prstGeom prst="rect">
            <a:avLst/>
          </a:prstGeom>
        </p:spPr>
      </p:pic>
    </p:spTree>
    <p:extLst>
      <p:ext uri="{BB962C8B-B14F-4D97-AF65-F5344CB8AC3E}">
        <p14:creationId xmlns:p14="http://schemas.microsoft.com/office/powerpoint/2010/main" val="4167977639"/>
      </p:ext>
    </p:extLst>
  </p:cSld>
  <p:clrMapOvr>
    <a:masterClrMapping/>
  </p:clrMapOvr>
</p:sld>
</file>

<file path=ppt/theme/theme1.xml><?xml version="1.0" encoding="utf-8"?>
<a:theme xmlns:a="http://schemas.openxmlformats.org/drawingml/2006/main" name="IITR_PPT_Templat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IITR_template_sudiproy.pptx" id="{E7BE3218-A97E-4E6F-BE9F-92D6192B2CD5}" vid="{3EDE8FBA-E8F1-4B0B-AEA8-7DC234A91AE2}"/>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IITR_template_sudiproy</Template>
  <TotalTime>583</TotalTime>
  <Words>624</Words>
  <Application>Microsoft Office PowerPoint</Application>
  <PresentationFormat>Widescreen</PresentationFormat>
  <Paragraphs>124</Paragraphs>
  <Slides>15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Franklin Gothic Demi</vt:lpstr>
      <vt:lpstr>IITR_PPT_Template</vt:lpstr>
      <vt:lpstr>Project: Blood Donation Finder</vt:lpstr>
      <vt:lpstr>Table of Contents</vt:lpstr>
      <vt:lpstr>Project Overview: Blood Donation Finder</vt:lpstr>
      <vt:lpstr>PROBLEMS/CHALLENGES </vt:lpstr>
      <vt:lpstr>Literature Review</vt:lpstr>
      <vt:lpstr>GOAL and OBJECTIVES</vt:lpstr>
      <vt:lpstr>FEATURES</vt:lpstr>
      <vt:lpstr>METHODOLOGY</vt:lpstr>
      <vt:lpstr>FEASIBILITY</vt:lpstr>
      <vt:lpstr>GANTT CHART</vt:lpstr>
      <vt:lpstr>TECHNOLOGY USED</vt:lpstr>
      <vt:lpstr>COMPARATIVE STUDY</vt:lpstr>
      <vt:lpstr>COMPARATIVE STUDY(CONT..)</vt:lpstr>
      <vt:lpstr>CONCLUSION</vt:lpstr>
      <vt:lpstr>PowerPoint Presentation</vt:lpstr>
    </vt:vector>
  </TitlesOfParts>
  <Manager>Dr. Sudip Roy</Manager>
  <Company>IIT Roorkee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IITR PPT Template</dc:subject>
  <dc:creator>Dr. Sudip Roy</dc:creator>
  <cp:lastModifiedBy>Sulav Tiwari</cp:lastModifiedBy>
  <cp:revision>87</cp:revision>
  <dcterms:created xsi:type="dcterms:W3CDTF">2015-07-18T13:17:54Z</dcterms:created>
  <dcterms:modified xsi:type="dcterms:W3CDTF">2026-05-03T17:57:49Z</dcterms:modified>
  <cp:version>v1</cp:version>
</cp:coreProperties>
</file>